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718" r:id="rId2"/>
    <p:sldId id="71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2"/>
    <p:restoredTop sz="94795"/>
  </p:normalViewPr>
  <p:slideViewPr>
    <p:cSldViewPr snapToGrid="0">
      <p:cViewPr>
        <p:scale>
          <a:sx n="120" d="100"/>
          <a:sy n="120" d="100"/>
        </p:scale>
        <p:origin x="7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3E7C88-AD06-0B46-A913-FBB4EDA557A7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AEDE2-EF28-1646-B682-13D748896D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7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E6CE5-1970-041F-EBA2-BDF508122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548D8-924F-6647-2DF9-1F30AF8C88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F2A27-7AA1-5AED-3E65-71E9480BC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2BA84-B973-C0BA-6623-825E663085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94157D-0DFB-6C49-A282-8CDEEF651CF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40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ABA9A-D40D-1C52-D9E0-1000CAAB7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DDB0CF-77CD-6C2B-0FAC-D19896AC3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09A3F7-8A9F-8687-2C85-4F08C72F6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27779-8261-A73A-D244-398F09F824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94157D-0DFB-6C49-A282-8CDEEF651CF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2103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F0EA2-6FE7-669C-F150-B7EE81746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11D09E-A13A-6F9B-17E9-9D58B4046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D5EDD-E9CB-92CD-96FB-665D7408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F641-5FF5-D94A-B89F-40D3DD45CFB8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CB7B3-8F88-B775-E4A6-D3855CA33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C518C-16E4-B067-30F7-D8C646FD9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9A6-F433-0D44-A967-24B8EF6EB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4110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86EEE-AF2F-37BF-A874-B53859E11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6D001-E2C0-851C-2B0C-26B468558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6C08F-39E4-E20F-D861-F09586379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F641-5FF5-D94A-B89F-40D3DD45CFB8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C0213-72A1-2688-420E-56D30C1AA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62A49-5CFE-02CB-1214-5168EC1D1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9A6-F433-0D44-A967-24B8EF6EB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372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CFB49-385D-B9E1-E5B3-DDA1221A1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DC6A9-A85E-AA9D-30A9-093F5B7F6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C086E-AB00-8CD4-AF99-148CD8BA8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F641-5FF5-D94A-B89F-40D3DD45CFB8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1CA76-0407-CF2E-590D-3FF7223A6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DE91E-4840-263F-E0F9-9E5B58F54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9A6-F433-0D44-A967-24B8EF6EB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8736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5BA4A-2750-2750-0CA1-CD7D7494F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14440-474A-CE62-27AF-E0031CAD34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C1D0D-C68A-BB73-C3BF-F24307CA0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E823C-0F07-EEB1-AD86-67B6A625B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F641-5FF5-D94A-B89F-40D3DD45CFB8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91E13-64FD-B2C1-967C-70AC43E68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3C7027-5EFA-16BF-0695-8995CA27A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9A6-F433-0D44-A967-24B8EF6EB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608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30C9E-32EF-25B1-1B11-2762039E2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4FE25-C974-F65B-B7B8-01D5ECF20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FB8D9-C40C-8ED7-CAB2-5E981B77C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60C3E6-2E1D-CC71-0B14-44E511E774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D6BE47-EE46-CDF9-543F-010FBFCE8D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2C4BC1-2061-7DF8-ACAA-EE3D015E3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F641-5FF5-D94A-B89F-40D3DD45CFB8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7D57CB-3803-BFC7-5620-F366AB053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F02D77-B251-7196-86A6-A392EF14F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9A6-F433-0D44-A967-24B8EF6EB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733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F0CB2-FE17-45BD-1AD5-55841C0D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6BC8A-6BDA-7F18-E1C4-E17F9821D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F641-5FF5-D94A-B89F-40D3DD45CFB8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CCAF5B-BC5E-5FEC-B88D-38DBEC0A9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452A11-C67A-A328-0631-53E624F77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9A6-F433-0D44-A967-24B8EF6EB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8659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0C28B-C88E-7B25-0ED5-068A15747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F641-5FF5-D94A-B89F-40D3DD45CFB8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DE5F5A-A2F5-3E65-E938-3F92D7647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026A6-26CF-BFD2-30B4-204971D0D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9A6-F433-0D44-A967-24B8EF6EB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1392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BDFFF-B92E-7C56-43F0-3FECE677D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2D001-6B77-B706-600D-A7A7B235A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7571B6-0F3C-F575-C0FC-05EEC4496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60A17-834D-8C6C-D96F-DCDE9B651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F641-5FF5-D94A-B89F-40D3DD45CFB8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D71E0-F321-A7DB-AD2F-61EDFF4E5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F5539F-E3F5-FFDA-0F2F-5D07D8B4A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9A6-F433-0D44-A967-24B8EF6EB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299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D8D63-ADF1-5890-E752-6A9548420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34CD5F-5B18-2ED6-9527-5012A84E5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2A910-9C4E-534F-9249-3DC7BF989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C6550-669E-AFE2-8A65-C6655902F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F641-5FF5-D94A-B89F-40D3DD45CFB8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B1A05-8155-8214-00FD-22732BAAC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29A3C-5EE5-96BD-2BD4-A055EFD6E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9A6-F433-0D44-A967-24B8EF6EB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81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B67B0-CB0B-9BDC-CE2A-114F75480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E826BC-6300-23D0-7130-04D1E492F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435A2-71A5-8C9F-3CCB-7C5895F89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F641-5FF5-D94A-B89F-40D3DD45CFB8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90BB0-0BCB-3794-6B45-2FDAE0C01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F8C05-45A1-6715-5104-D95A0DEF9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9A6-F433-0D44-A967-24B8EF6EB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7274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CBC117-59FF-6C9B-F30A-87954C2AC9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6FB77-0A78-A8D6-EEF5-A30206FA5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E9AB4-5187-2194-412B-8C859A743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F641-5FF5-D94A-B89F-40D3DD45CFB8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5CADA-C194-CAC5-1D82-DB0310F3B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2156D-9D54-F4CE-C53F-DD43715AE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9A6-F433-0D44-A967-24B8EF6EB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379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7B5AAA-5D26-A4D4-DE82-301F16DA3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9962-0460-E34C-8D6C-845E1326C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34D8E-BBE8-75B3-6EE0-3A5F9FD6A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ABF641-5FF5-D94A-B89F-40D3DD45CFB8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0D99F-2884-6C36-0D2C-32A7B05FB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2C959-A71A-5C6D-B4E8-36C0F8C5D7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CE19A6-F433-0D44-A967-24B8EF6EB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244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10.png"/><Relationship Id="rId5" Type="http://schemas.openxmlformats.org/officeDocument/2006/relationships/image" Target="../media/image5.jpe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B0FE2-1F79-1C3B-0F07-2518426D0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Rectangle 1120">
            <a:extLst>
              <a:ext uri="{FF2B5EF4-FFF2-40B4-BE49-F238E27FC236}">
                <a16:creationId xmlns:a16="http://schemas.microsoft.com/office/drawing/2014/main" id="{7325D127-7EBD-F290-3709-FCC6A6385B37}"/>
              </a:ext>
            </a:extLst>
          </p:cNvPr>
          <p:cNvSpPr/>
          <p:nvPr/>
        </p:nvSpPr>
        <p:spPr>
          <a:xfrm>
            <a:off x="1383900" y="1952206"/>
            <a:ext cx="9482567" cy="1432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C8E9FC2E-91D0-1E85-BCDE-E6DA8C2BC22A}"/>
              </a:ext>
            </a:extLst>
          </p:cNvPr>
          <p:cNvSpPr/>
          <p:nvPr/>
        </p:nvSpPr>
        <p:spPr>
          <a:xfrm>
            <a:off x="1383901" y="3470468"/>
            <a:ext cx="9482566" cy="1432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B4423504-B780-C154-6B60-FBF8F8733DB8}"/>
              </a:ext>
            </a:extLst>
          </p:cNvPr>
          <p:cNvSpPr/>
          <p:nvPr/>
        </p:nvSpPr>
        <p:spPr>
          <a:xfrm>
            <a:off x="1383900" y="4955307"/>
            <a:ext cx="9482566" cy="1432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94A627AF-FD88-9BE4-29D0-98D17CD8B44F}"/>
              </a:ext>
            </a:extLst>
          </p:cNvPr>
          <p:cNvSpPr/>
          <p:nvPr/>
        </p:nvSpPr>
        <p:spPr>
          <a:xfrm>
            <a:off x="1383900" y="469705"/>
            <a:ext cx="9482567" cy="1432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76" name="Picture 1075">
            <a:extLst>
              <a:ext uri="{FF2B5EF4-FFF2-40B4-BE49-F238E27FC236}">
                <a16:creationId xmlns:a16="http://schemas.microsoft.com/office/drawing/2014/main" id="{E71FC530-318C-8B0B-BB8B-98CE9A533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136" y="6505690"/>
            <a:ext cx="256199" cy="256199"/>
          </a:xfrm>
          <a:prstGeom prst="rect">
            <a:avLst/>
          </a:prstGeom>
        </p:spPr>
      </p:pic>
      <p:sp>
        <p:nvSpPr>
          <p:cNvPr id="1077" name="Right Arrow 1076">
            <a:extLst>
              <a:ext uri="{FF2B5EF4-FFF2-40B4-BE49-F238E27FC236}">
                <a16:creationId xmlns:a16="http://schemas.microsoft.com/office/drawing/2014/main" id="{A3169272-6A77-57BD-4101-5F4157C19AF2}"/>
              </a:ext>
            </a:extLst>
          </p:cNvPr>
          <p:cNvSpPr/>
          <p:nvPr/>
        </p:nvSpPr>
        <p:spPr>
          <a:xfrm>
            <a:off x="5549369" y="4262103"/>
            <a:ext cx="1776723" cy="12860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1" name="Right Arrow 1080">
            <a:extLst>
              <a:ext uri="{FF2B5EF4-FFF2-40B4-BE49-F238E27FC236}">
                <a16:creationId xmlns:a16="http://schemas.microsoft.com/office/drawing/2014/main" id="{BCB1EB6C-46A5-1F1F-AEEA-AA800924967F}"/>
              </a:ext>
            </a:extLst>
          </p:cNvPr>
          <p:cNvSpPr/>
          <p:nvPr/>
        </p:nvSpPr>
        <p:spPr>
          <a:xfrm>
            <a:off x="5568570" y="5579296"/>
            <a:ext cx="1776723" cy="12860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1" name="Right Arrow 1090">
            <a:extLst>
              <a:ext uri="{FF2B5EF4-FFF2-40B4-BE49-F238E27FC236}">
                <a16:creationId xmlns:a16="http://schemas.microsoft.com/office/drawing/2014/main" id="{C3CD3661-F065-A236-2A42-3219A1781039}"/>
              </a:ext>
            </a:extLst>
          </p:cNvPr>
          <p:cNvSpPr/>
          <p:nvPr/>
        </p:nvSpPr>
        <p:spPr>
          <a:xfrm>
            <a:off x="5522432" y="2568701"/>
            <a:ext cx="1776723" cy="12860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8" name="Right Arrow 1097">
            <a:extLst>
              <a:ext uri="{FF2B5EF4-FFF2-40B4-BE49-F238E27FC236}">
                <a16:creationId xmlns:a16="http://schemas.microsoft.com/office/drawing/2014/main" id="{56BDF1BD-3182-FF4F-413A-B8A2B7C0E0D6}"/>
              </a:ext>
            </a:extLst>
          </p:cNvPr>
          <p:cNvSpPr/>
          <p:nvPr/>
        </p:nvSpPr>
        <p:spPr>
          <a:xfrm>
            <a:off x="5585550" y="1094845"/>
            <a:ext cx="1776723" cy="12860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3F521507-F0D6-C89B-FF23-943B6D72945B}"/>
              </a:ext>
            </a:extLst>
          </p:cNvPr>
          <p:cNvSpPr txBox="1"/>
          <p:nvPr/>
        </p:nvSpPr>
        <p:spPr>
          <a:xfrm>
            <a:off x="1803051" y="761619"/>
            <a:ext cx="2022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Low-quality toxic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4E4A3F0B-3B55-855F-281B-E00D1B529C44}"/>
              </a:ext>
            </a:extLst>
          </p:cNvPr>
          <p:cNvSpPr txBox="1"/>
          <p:nvPr/>
        </p:nvSpPr>
        <p:spPr>
          <a:xfrm>
            <a:off x="1628230" y="1155168"/>
            <a:ext cx="2372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2">
                    <a:lumMod val="25000"/>
                  </a:schemeClr>
                </a:solidFill>
              </a:rPr>
              <a:t>50% Microcystis aeruginosa</a:t>
            </a:r>
          </a:p>
          <a:p>
            <a:pPr algn="ctr"/>
            <a:r>
              <a:rPr lang="en-GB" sz="1400" dirty="0">
                <a:solidFill>
                  <a:schemeClr val="bg2">
                    <a:lumMod val="25000"/>
                  </a:schemeClr>
                </a:solidFill>
              </a:rPr>
              <a:t>50% Tetradesmus obliquus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4D97848A-1E9E-C662-4A75-A358ECC6850B}"/>
              </a:ext>
            </a:extLst>
          </p:cNvPr>
          <p:cNvSpPr txBox="1"/>
          <p:nvPr/>
        </p:nvSpPr>
        <p:spPr>
          <a:xfrm>
            <a:off x="1803051" y="2215597"/>
            <a:ext cx="2022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Low-quality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533FB628-F485-F10B-1BDF-75879592300C}"/>
              </a:ext>
            </a:extLst>
          </p:cNvPr>
          <p:cNvSpPr txBox="1"/>
          <p:nvPr/>
        </p:nvSpPr>
        <p:spPr>
          <a:xfrm>
            <a:off x="1497724" y="2609146"/>
            <a:ext cx="2633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2">
                    <a:lumMod val="25000"/>
                  </a:schemeClr>
                </a:solidFill>
              </a:rPr>
              <a:t>50% Synechococcus elongatus</a:t>
            </a:r>
          </a:p>
          <a:p>
            <a:pPr algn="ctr"/>
            <a:r>
              <a:rPr lang="en-GB" sz="1400" dirty="0">
                <a:solidFill>
                  <a:schemeClr val="bg2">
                    <a:lumMod val="25000"/>
                  </a:schemeClr>
                </a:solidFill>
              </a:rPr>
              <a:t>50% Tetradesmus obliquus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4355493B-5265-DE8B-0483-02EF71C6D769}"/>
              </a:ext>
            </a:extLst>
          </p:cNvPr>
          <p:cNvSpPr txBox="1"/>
          <p:nvPr/>
        </p:nvSpPr>
        <p:spPr>
          <a:xfrm>
            <a:off x="1803051" y="3807697"/>
            <a:ext cx="2022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High-quality</a:t>
            </a:r>
          </a:p>
        </p:txBody>
      </p:sp>
      <p:sp>
        <p:nvSpPr>
          <p:cNvPr id="1118" name="TextBox 1117">
            <a:extLst>
              <a:ext uri="{FF2B5EF4-FFF2-40B4-BE49-F238E27FC236}">
                <a16:creationId xmlns:a16="http://schemas.microsoft.com/office/drawing/2014/main" id="{9E9B848E-996C-8DE2-A215-853B2AD33062}"/>
              </a:ext>
            </a:extLst>
          </p:cNvPr>
          <p:cNvSpPr txBox="1"/>
          <p:nvPr/>
        </p:nvSpPr>
        <p:spPr>
          <a:xfrm>
            <a:off x="1325533" y="4201246"/>
            <a:ext cx="3028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2">
                    <a:lumMod val="25000"/>
                  </a:schemeClr>
                </a:solidFill>
              </a:rPr>
              <a:t>100% Nannochloropsis limnetica</a:t>
            </a:r>
          </a:p>
        </p:txBody>
      </p:sp>
      <p:sp>
        <p:nvSpPr>
          <p:cNvPr id="1119" name="TextBox 1118">
            <a:extLst>
              <a:ext uri="{FF2B5EF4-FFF2-40B4-BE49-F238E27FC236}">
                <a16:creationId xmlns:a16="http://schemas.microsoft.com/office/drawing/2014/main" id="{4BCEE680-19E9-EC0F-4445-9DF9BDFE28C5}"/>
              </a:ext>
            </a:extLst>
          </p:cNvPr>
          <p:cNvSpPr txBox="1"/>
          <p:nvPr/>
        </p:nvSpPr>
        <p:spPr>
          <a:xfrm>
            <a:off x="8597335" y="6479902"/>
            <a:ext cx="2487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2">
                    <a:lumMod val="25000"/>
                  </a:schemeClr>
                </a:solidFill>
              </a:rPr>
              <a:t>Lysed </a:t>
            </a:r>
            <a:r>
              <a:rPr lang="en-GB" sz="1400" i="1" dirty="0">
                <a:solidFill>
                  <a:schemeClr val="bg2">
                    <a:lumMod val="25000"/>
                  </a:schemeClr>
                </a:solidFill>
              </a:rPr>
              <a:t>Microcystis aeruginosa</a:t>
            </a: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B3DCD556-4BC3-0DFE-4ECA-F42BCA4858E6}"/>
              </a:ext>
            </a:extLst>
          </p:cNvPr>
          <p:cNvSpPr txBox="1"/>
          <p:nvPr/>
        </p:nvSpPr>
        <p:spPr>
          <a:xfrm>
            <a:off x="1886818" y="5239981"/>
            <a:ext cx="2022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High-quality</a:t>
            </a: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0241F0B8-F1C4-FD1B-8944-39462CFDC45F}"/>
              </a:ext>
            </a:extLst>
          </p:cNvPr>
          <p:cNvSpPr txBox="1"/>
          <p:nvPr/>
        </p:nvSpPr>
        <p:spPr>
          <a:xfrm>
            <a:off x="1383900" y="5633530"/>
            <a:ext cx="3028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2">
                    <a:lumMod val="25000"/>
                  </a:schemeClr>
                </a:solidFill>
              </a:rPr>
              <a:t>100% Nannochloropsis limnetica</a:t>
            </a:r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37F5BBC5-EEB8-3887-653B-94EC522D21F4}"/>
              </a:ext>
            </a:extLst>
          </p:cNvPr>
          <p:cNvSpPr/>
          <p:nvPr/>
        </p:nvSpPr>
        <p:spPr>
          <a:xfrm>
            <a:off x="1628230" y="599967"/>
            <a:ext cx="2546999" cy="1161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4B21862B-98B2-E63F-6A90-3FC394C65AA1}"/>
              </a:ext>
            </a:extLst>
          </p:cNvPr>
          <p:cNvSpPr/>
          <p:nvPr/>
        </p:nvSpPr>
        <p:spPr>
          <a:xfrm>
            <a:off x="1591836" y="2093538"/>
            <a:ext cx="2546999" cy="1161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E5B360F7-293B-94F0-6893-C403650FDB18}"/>
              </a:ext>
            </a:extLst>
          </p:cNvPr>
          <p:cNvSpPr/>
          <p:nvPr/>
        </p:nvSpPr>
        <p:spPr>
          <a:xfrm>
            <a:off x="1536637" y="3620473"/>
            <a:ext cx="2711168" cy="1161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42AE024C-2985-391A-A993-688C9E2E2C15}"/>
              </a:ext>
            </a:extLst>
          </p:cNvPr>
          <p:cNvSpPr/>
          <p:nvPr/>
        </p:nvSpPr>
        <p:spPr>
          <a:xfrm>
            <a:off x="1590738" y="5062906"/>
            <a:ext cx="2657067" cy="1161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062" name="Group 1061">
            <a:extLst>
              <a:ext uri="{FF2B5EF4-FFF2-40B4-BE49-F238E27FC236}">
                <a16:creationId xmlns:a16="http://schemas.microsoft.com/office/drawing/2014/main" id="{5586700D-1CAA-0941-22C6-170032CC9EAF}"/>
              </a:ext>
            </a:extLst>
          </p:cNvPr>
          <p:cNvGrpSpPr/>
          <p:nvPr/>
        </p:nvGrpSpPr>
        <p:grpSpPr>
          <a:xfrm>
            <a:off x="7326091" y="557012"/>
            <a:ext cx="1713206" cy="1141200"/>
            <a:chOff x="7326091" y="557012"/>
            <a:chExt cx="1713206" cy="1141200"/>
          </a:xfrm>
        </p:grpSpPr>
        <p:pic>
          <p:nvPicPr>
            <p:cNvPr id="1075" name="Picture 1074">
              <a:extLst>
                <a:ext uri="{FF2B5EF4-FFF2-40B4-BE49-F238E27FC236}">
                  <a16:creationId xmlns:a16="http://schemas.microsoft.com/office/drawing/2014/main" id="{1FDA72FF-5278-9FF1-1847-B8A5A31F0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7326091" y="557012"/>
              <a:ext cx="1713206" cy="11412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FC1A751-C6D6-4150-43A8-15841D85F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7523888" y="766006"/>
              <a:ext cx="1169876" cy="779917"/>
            </a:xfrm>
            <a:prstGeom prst="rect">
              <a:avLst/>
            </a:prstGeom>
            <a:effectLst>
              <a:outerShdw blurRad="419100" dist="355600" dir="5400000" algn="ctr" rotWithShape="0">
                <a:srgbClr val="000000">
                  <a:alpha val="26000"/>
                </a:srgbClr>
              </a:outerShdw>
            </a:effectLst>
          </p:spPr>
        </p:pic>
      </p:grpSp>
      <p:sp>
        <p:nvSpPr>
          <p:cNvPr id="28" name="Freeform 27">
            <a:extLst>
              <a:ext uri="{FF2B5EF4-FFF2-40B4-BE49-F238E27FC236}">
                <a16:creationId xmlns:a16="http://schemas.microsoft.com/office/drawing/2014/main" id="{81890EB9-09BD-E49A-B4D0-A0F60BCFF59F}"/>
              </a:ext>
            </a:extLst>
          </p:cNvPr>
          <p:cNvSpPr/>
          <p:nvPr/>
        </p:nvSpPr>
        <p:spPr>
          <a:xfrm flipH="1">
            <a:off x="4699060" y="773191"/>
            <a:ext cx="515536" cy="780736"/>
          </a:xfrm>
          <a:custGeom>
            <a:avLst/>
            <a:gdLst>
              <a:gd name="connsiteX0" fmla="*/ 269675 w 1080158"/>
              <a:gd name="connsiteY0" fmla="*/ 98395 h 1635809"/>
              <a:gd name="connsiteX1" fmla="*/ 337408 w 1080158"/>
              <a:gd name="connsiteY1" fmla="*/ 22195 h 1635809"/>
              <a:gd name="connsiteX2" fmla="*/ 519442 w 1080158"/>
              <a:gd name="connsiteY2" fmla="*/ 1029 h 1635809"/>
              <a:gd name="connsiteX3" fmla="*/ 688775 w 1080158"/>
              <a:gd name="connsiteY3" fmla="*/ 47595 h 1635809"/>
              <a:gd name="connsiteX4" fmla="*/ 832708 w 1080158"/>
              <a:gd name="connsiteY4" fmla="*/ 136495 h 1635809"/>
              <a:gd name="connsiteX5" fmla="*/ 904675 w 1080158"/>
              <a:gd name="connsiteY5" fmla="*/ 216929 h 1635809"/>
              <a:gd name="connsiteX6" fmla="*/ 955475 w 1080158"/>
              <a:gd name="connsiteY6" fmla="*/ 314295 h 1635809"/>
              <a:gd name="connsiteX7" fmla="*/ 972408 w 1080158"/>
              <a:gd name="connsiteY7" fmla="*/ 424362 h 1635809"/>
              <a:gd name="connsiteX8" fmla="*/ 989342 w 1080158"/>
              <a:gd name="connsiteY8" fmla="*/ 504795 h 1635809"/>
              <a:gd name="connsiteX9" fmla="*/ 1006275 w 1080158"/>
              <a:gd name="connsiteY9" fmla="*/ 602162 h 1635809"/>
              <a:gd name="connsiteX10" fmla="*/ 1031675 w 1080158"/>
              <a:gd name="connsiteY10" fmla="*/ 682595 h 1635809"/>
              <a:gd name="connsiteX11" fmla="*/ 1057075 w 1080158"/>
              <a:gd name="connsiteY11" fmla="*/ 775729 h 1635809"/>
              <a:gd name="connsiteX12" fmla="*/ 1078242 w 1080158"/>
              <a:gd name="connsiteY12" fmla="*/ 868862 h 1635809"/>
              <a:gd name="connsiteX13" fmla="*/ 1006275 w 1080158"/>
              <a:gd name="connsiteY13" fmla="*/ 1249862 h 1635809"/>
              <a:gd name="connsiteX14" fmla="*/ 862342 w 1080158"/>
              <a:gd name="connsiteY14" fmla="*/ 1541962 h 1635809"/>
              <a:gd name="connsiteX15" fmla="*/ 845408 w 1080158"/>
              <a:gd name="connsiteY15" fmla="*/ 1635095 h 1635809"/>
              <a:gd name="connsiteX16" fmla="*/ 790375 w 1080158"/>
              <a:gd name="connsiteY16" fmla="*/ 1584295 h 1635809"/>
              <a:gd name="connsiteX17" fmla="*/ 557542 w 1080158"/>
              <a:gd name="connsiteY17" fmla="*/ 1571595 h 1635809"/>
              <a:gd name="connsiteX18" fmla="*/ 256975 w 1080158"/>
              <a:gd name="connsiteY18" fmla="*/ 1440362 h 1635809"/>
              <a:gd name="connsiteX19" fmla="*/ 66475 w 1080158"/>
              <a:gd name="connsiteY19" fmla="*/ 1156729 h 1635809"/>
              <a:gd name="connsiteX20" fmla="*/ 7208 w 1080158"/>
              <a:gd name="connsiteY20" fmla="*/ 898495 h 1635809"/>
              <a:gd name="connsiteX21" fmla="*/ 19908 w 1080158"/>
              <a:gd name="connsiteY21" fmla="*/ 593695 h 1635809"/>
              <a:gd name="connsiteX22" fmla="*/ 176542 w 1080158"/>
              <a:gd name="connsiteY22" fmla="*/ 356629 h 1635809"/>
              <a:gd name="connsiteX23" fmla="*/ 367042 w 1080158"/>
              <a:gd name="connsiteY23" fmla="*/ 322762 h 1635809"/>
              <a:gd name="connsiteX24" fmla="*/ 265442 w 1080158"/>
              <a:gd name="connsiteY24" fmla="*/ 271962 h 1635809"/>
              <a:gd name="connsiteX25" fmla="*/ 189242 w 1080158"/>
              <a:gd name="connsiteY25" fmla="*/ 288895 h 1635809"/>
              <a:gd name="connsiteX26" fmla="*/ 269675 w 1080158"/>
              <a:gd name="connsiteY26" fmla="*/ 98395 h 1635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080158" h="1635809">
                <a:moveTo>
                  <a:pt x="269675" y="98395"/>
                </a:moveTo>
                <a:cubicBezTo>
                  <a:pt x="294369" y="53945"/>
                  <a:pt x="295780" y="38423"/>
                  <a:pt x="337408" y="22195"/>
                </a:cubicBezTo>
                <a:cubicBezTo>
                  <a:pt x="379036" y="5967"/>
                  <a:pt x="460881" y="-3204"/>
                  <a:pt x="519442" y="1029"/>
                </a:cubicBezTo>
                <a:cubicBezTo>
                  <a:pt x="578003" y="5262"/>
                  <a:pt x="636564" y="25017"/>
                  <a:pt x="688775" y="47595"/>
                </a:cubicBezTo>
                <a:cubicBezTo>
                  <a:pt x="740986" y="70173"/>
                  <a:pt x="796725" y="108273"/>
                  <a:pt x="832708" y="136495"/>
                </a:cubicBezTo>
                <a:cubicBezTo>
                  <a:pt x="868691" y="164717"/>
                  <a:pt x="884214" y="187296"/>
                  <a:pt x="904675" y="216929"/>
                </a:cubicBezTo>
                <a:cubicBezTo>
                  <a:pt x="925136" y="246562"/>
                  <a:pt x="944186" y="279723"/>
                  <a:pt x="955475" y="314295"/>
                </a:cubicBezTo>
                <a:cubicBezTo>
                  <a:pt x="966764" y="348867"/>
                  <a:pt x="966764" y="392612"/>
                  <a:pt x="972408" y="424362"/>
                </a:cubicBezTo>
                <a:cubicBezTo>
                  <a:pt x="978052" y="456112"/>
                  <a:pt x="983698" y="475162"/>
                  <a:pt x="989342" y="504795"/>
                </a:cubicBezTo>
                <a:cubicBezTo>
                  <a:pt x="994986" y="534428"/>
                  <a:pt x="999220" y="572529"/>
                  <a:pt x="1006275" y="602162"/>
                </a:cubicBezTo>
                <a:cubicBezTo>
                  <a:pt x="1013330" y="631795"/>
                  <a:pt x="1023208" y="653667"/>
                  <a:pt x="1031675" y="682595"/>
                </a:cubicBezTo>
                <a:cubicBezTo>
                  <a:pt x="1040142" y="711523"/>
                  <a:pt x="1049314" y="744685"/>
                  <a:pt x="1057075" y="775729"/>
                </a:cubicBezTo>
                <a:cubicBezTo>
                  <a:pt x="1064836" y="806773"/>
                  <a:pt x="1086709" y="789840"/>
                  <a:pt x="1078242" y="868862"/>
                </a:cubicBezTo>
                <a:cubicBezTo>
                  <a:pt x="1069775" y="947884"/>
                  <a:pt x="1042258" y="1137679"/>
                  <a:pt x="1006275" y="1249862"/>
                </a:cubicBezTo>
                <a:cubicBezTo>
                  <a:pt x="970292" y="1362045"/>
                  <a:pt x="889153" y="1477757"/>
                  <a:pt x="862342" y="1541962"/>
                </a:cubicBezTo>
                <a:cubicBezTo>
                  <a:pt x="835531" y="1606167"/>
                  <a:pt x="857402" y="1628040"/>
                  <a:pt x="845408" y="1635095"/>
                </a:cubicBezTo>
                <a:cubicBezTo>
                  <a:pt x="833414" y="1642150"/>
                  <a:pt x="838353" y="1594878"/>
                  <a:pt x="790375" y="1584295"/>
                </a:cubicBezTo>
                <a:cubicBezTo>
                  <a:pt x="742397" y="1573712"/>
                  <a:pt x="646442" y="1595584"/>
                  <a:pt x="557542" y="1571595"/>
                </a:cubicBezTo>
                <a:cubicBezTo>
                  <a:pt x="468642" y="1547606"/>
                  <a:pt x="338820" y="1509506"/>
                  <a:pt x="256975" y="1440362"/>
                </a:cubicBezTo>
                <a:cubicBezTo>
                  <a:pt x="175130" y="1371218"/>
                  <a:pt x="108103" y="1247040"/>
                  <a:pt x="66475" y="1156729"/>
                </a:cubicBezTo>
                <a:cubicBezTo>
                  <a:pt x="24847" y="1066418"/>
                  <a:pt x="14969" y="992334"/>
                  <a:pt x="7208" y="898495"/>
                </a:cubicBezTo>
                <a:cubicBezTo>
                  <a:pt x="-553" y="804656"/>
                  <a:pt x="-8314" y="684006"/>
                  <a:pt x="19908" y="593695"/>
                </a:cubicBezTo>
                <a:cubicBezTo>
                  <a:pt x="48130" y="503384"/>
                  <a:pt x="118686" y="401784"/>
                  <a:pt x="176542" y="356629"/>
                </a:cubicBezTo>
                <a:cubicBezTo>
                  <a:pt x="234398" y="311474"/>
                  <a:pt x="352225" y="336873"/>
                  <a:pt x="367042" y="322762"/>
                </a:cubicBezTo>
                <a:cubicBezTo>
                  <a:pt x="381859" y="308651"/>
                  <a:pt x="295075" y="277606"/>
                  <a:pt x="265442" y="271962"/>
                </a:cubicBezTo>
                <a:cubicBezTo>
                  <a:pt x="235809" y="266318"/>
                  <a:pt x="192770" y="310767"/>
                  <a:pt x="189242" y="288895"/>
                </a:cubicBezTo>
                <a:cubicBezTo>
                  <a:pt x="185714" y="267023"/>
                  <a:pt x="244981" y="142845"/>
                  <a:pt x="269675" y="98395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D8F1AAC-A6A4-0326-A9F0-CA2508D7C219}"/>
              </a:ext>
            </a:extLst>
          </p:cNvPr>
          <p:cNvSpPr/>
          <p:nvPr/>
        </p:nvSpPr>
        <p:spPr>
          <a:xfrm flipH="1">
            <a:off x="4926268" y="786823"/>
            <a:ext cx="145474" cy="176784"/>
          </a:xfrm>
          <a:custGeom>
            <a:avLst/>
            <a:gdLst>
              <a:gd name="connsiteX0" fmla="*/ 0 w 304800"/>
              <a:gd name="connsiteY0" fmla="*/ 19034 h 370401"/>
              <a:gd name="connsiteX1" fmla="*/ 97367 w 304800"/>
              <a:gd name="connsiteY1" fmla="*/ 2101 h 370401"/>
              <a:gd name="connsiteX2" fmla="*/ 220134 w 304800"/>
              <a:gd name="connsiteY2" fmla="*/ 61368 h 370401"/>
              <a:gd name="connsiteX3" fmla="*/ 275167 w 304800"/>
              <a:gd name="connsiteY3" fmla="*/ 141801 h 370401"/>
              <a:gd name="connsiteX4" fmla="*/ 304800 w 304800"/>
              <a:gd name="connsiteY4" fmla="*/ 370401 h 370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00" h="370401">
                <a:moveTo>
                  <a:pt x="0" y="19034"/>
                </a:moveTo>
                <a:cubicBezTo>
                  <a:pt x="30339" y="7039"/>
                  <a:pt x="60678" y="-4955"/>
                  <a:pt x="97367" y="2101"/>
                </a:cubicBezTo>
                <a:cubicBezTo>
                  <a:pt x="134056" y="9157"/>
                  <a:pt x="190501" y="38085"/>
                  <a:pt x="220134" y="61368"/>
                </a:cubicBezTo>
                <a:cubicBezTo>
                  <a:pt x="249767" y="84651"/>
                  <a:pt x="261056" y="90296"/>
                  <a:pt x="275167" y="141801"/>
                </a:cubicBezTo>
                <a:cubicBezTo>
                  <a:pt x="289278" y="193306"/>
                  <a:pt x="297039" y="281853"/>
                  <a:pt x="304800" y="370401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3AAA05EA-F7F7-6E66-A3F0-2823750A062D}"/>
              </a:ext>
            </a:extLst>
          </p:cNvPr>
          <p:cNvSpPr/>
          <p:nvPr/>
        </p:nvSpPr>
        <p:spPr>
          <a:xfrm flipH="1">
            <a:off x="4944452" y="955077"/>
            <a:ext cx="189328" cy="379075"/>
          </a:xfrm>
          <a:custGeom>
            <a:avLst/>
            <a:gdLst>
              <a:gd name="connsiteX0" fmla="*/ 396682 w 396682"/>
              <a:gd name="connsiteY0" fmla="*/ 22105 h 794243"/>
              <a:gd name="connsiteX1" fmla="*/ 134216 w 396682"/>
              <a:gd name="connsiteY1" fmla="*/ 5172 h 794243"/>
              <a:gd name="connsiteX2" fmla="*/ 19916 w 396682"/>
              <a:gd name="connsiteY2" fmla="*/ 102539 h 794243"/>
              <a:gd name="connsiteX3" fmla="*/ 2982 w 396682"/>
              <a:gd name="connsiteY3" fmla="*/ 259172 h 794243"/>
              <a:gd name="connsiteX4" fmla="*/ 53782 w 396682"/>
              <a:gd name="connsiteY4" fmla="*/ 390405 h 794243"/>
              <a:gd name="connsiteX5" fmla="*/ 19916 w 396682"/>
              <a:gd name="connsiteY5" fmla="*/ 530105 h 794243"/>
              <a:gd name="connsiteX6" fmla="*/ 79182 w 396682"/>
              <a:gd name="connsiteY6" fmla="*/ 703672 h 794243"/>
              <a:gd name="connsiteX7" fmla="*/ 210416 w 396682"/>
              <a:gd name="connsiteY7" fmla="*/ 792572 h 794243"/>
              <a:gd name="connsiteX8" fmla="*/ 341649 w 396682"/>
              <a:gd name="connsiteY8" fmla="*/ 754472 h 794243"/>
              <a:gd name="connsiteX9" fmla="*/ 396682 w 396682"/>
              <a:gd name="connsiteY9" fmla="*/ 665572 h 794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6682" h="794243">
                <a:moveTo>
                  <a:pt x="396682" y="22105"/>
                </a:moveTo>
                <a:cubicBezTo>
                  <a:pt x="296846" y="6935"/>
                  <a:pt x="197010" y="-8234"/>
                  <a:pt x="134216" y="5172"/>
                </a:cubicBezTo>
                <a:cubicBezTo>
                  <a:pt x="71422" y="18578"/>
                  <a:pt x="41788" y="60206"/>
                  <a:pt x="19916" y="102539"/>
                </a:cubicBezTo>
                <a:cubicBezTo>
                  <a:pt x="-1956" y="144872"/>
                  <a:pt x="-2662" y="211194"/>
                  <a:pt x="2982" y="259172"/>
                </a:cubicBezTo>
                <a:cubicBezTo>
                  <a:pt x="8626" y="307150"/>
                  <a:pt x="50960" y="345250"/>
                  <a:pt x="53782" y="390405"/>
                </a:cubicBezTo>
                <a:cubicBezTo>
                  <a:pt x="56604" y="435560"/>
                  <a:pt x="15683" y="477894"/>
                  <a:pt x="19916" y="530105"/>
                </a:cubicBezTo>
                <a:cubicBezTo>
                  <a:pt x="24149" y="582316"/>
                  <a:pt x="47432" y="659928"/>
                  <a:pt x="79182" y="703672"/>
                </a:cubicBezTo>
                <a:cubicBezTo>
                  <a:pt x="110932" y="747416"/>
                  <a:pt x="166671" y="784105"/>
                  <a:pt x="210416" y="792572"/>
                </a:cubicBezTo>
                <a:cubicBezTo>
                  <a:pt x="254161" y="801039"/>
                  <a:pt x="310605" y="775639"/>
                  <a:pt x="341649" y="754472"/>
                </a:cubicBezTo>
                <a:cubicBezTo>
                  <a:pt x="372693" y="733305"/>
                  <a:pt x="384687" y="699438"/>
                  <a:pt x="396682" y="665572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3630A55A-6226-83BA-1B73-105978BF8D9D}"/>
              </a:ext>
            </a:extLst>
          </p:cNvPr>
          <p:cNvSpPr/>
          <p:nvPr/>
        </p:nvSpPr>
        <p:spPr>
          <a:xfrm flipH="1">
            <a:off x="5041435" y="1336869"/>
            <a:ext cx="172419" cy="121756"/>
          </a:xfrm>
          <a:custGeom>
            <a:avLst/>
            <a:gdLst>
              <a:gd name="connsiteX0" fmla="*/ 272354 w 361254"/>
              <a:gd name="connsiteY0" fmla="*/ 255104 h 255104"/>
              <a:gd name="connsiteX1" fmla="*/ 259654 w 361254"/>
              <a:gd name="connsiteY1" fmla="*/ 157737 h 255104"/>
              <a:gd name="connsiteX2" fmla="*/ 149588 w 361254"/>
              <a:gd name="connsiteY2" fmla="*/ 98470 h 255104"/>
              <a:gd name="connsiteX3" fmla="*/ 86088 w 361254"/>
              <a:gd name="connsiteY3" fmla="*/ 102704 h 255104"/>
              <a:gd name="connsiteX4" fmla="*/ 56454 w 361254"/>
              <a:gd name="connsiteY4" fmla="*/ 77304 h 255104"/>
              <a:gd name="connsiteX5" fmla="*/ 1421 w 361254"/>
              <a:gd name="connsiteY5" fmla="*/ 98470 h 255104"/>
              <a:gd name="connsiteX6" fmla="*/ 119954 w 361254"/>
              <a:gd name="connsiteY6" fmla="*/ 13804 h 255104"/>
              <a:gd name="connsiteX7" fmla="*/ 361254 w 361254"/>
              <a:gd name="connsiteY7" fmla="*/ 1104 h 25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254" h="255104">
                <a:moveTo>
                  <a:pt x="272354" y="255104"/>
                </a:moveTo>
                <a:cubicBezTo>
                  <a:pt x="276234" y="219473"/>
                  <a:pt x="280115" y="183843"/>
                  <a:pt x="259654" y="157737"/>
                </a:cubicBezTo>
                <a:cubicBezTo>
                  <a:pt x="239193" y="131631"/>
                  <a:pt x="178516" y="107642"/>
                  <a:pt x="149588" y="98470"/>
                </a:cubicBezTo>
                <a:cubicBezTo>
                  <a:pt x="120660" y="89298"/>
                  <a:pt x="101610" y="106232"/>
                  <a:pt x="86088" y="102704"/>
                </a:cubicBezTo>
                <a:cubicBezTo>
                  <a:pt x="70566" y="99176"/>
                  <a:pt x="70565" y="78010"/>
                  <a:pt x="56454" y="77304"/>
                </a:cubicBezTo>
                <a:cubicBezTo>
                  <a:pt x="42343" y="76598"/>
                  <a:pt x="-9162" y="109053"/>
                  <a:pt x="1421" y="98470"/>
                </a:cubicBezTo>
                <a:cubicBezTo>
                  <a:pt x="12004" y="87887"/>
                  <a:pt x="59982" y="30032"/>
                  <a:pt x="119954" y="13804"/>
                </a:cubicBezTo>
                <a:cubicBezTo>
                  <a:pt x="179926" y="-2424"/>
                  <a:pt x="270590" y="-660"/>
                  <a:pt x="361254" y="1104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6F3ABA3D-3C69-C684-FD23-F977C46FC0F6}"/>
              </a:ext>
            </a:extLst>
          </p:cNvPr>
          <p:cNvSpPr/>
          <p:nvPr/>
        </p:nvSpPr>
        <p:spPr>
          <a:xfrm flipH="1">
            <a:off x="4807801" y="826064"/>
            <a:ext cx="274453" cy="659803"/>
          </a:xfrm>
          <a:custGeom>
            <a:avLst/>
            <a:gdLst>
              <a:gd name="connsiteX0" fmla="*/ 305658 w 575038"/>
              <a:gd name="connsiteY0" fmla="*/ 21482 h 1382429"/>
              <a:gd name="connsiteX1" fmla="*/ 462291 w 575038"/>
              <a:gd name="connsiteY1" fmla="*/ 8782 h 1382429"/>
              <a:gd name="connsiteX2" fmla="*/ 572358 w 575038"/>
              <a:gd name="connsiteY2" fmla="*/ 135782 h 1382429"/>
              <a:gd name="connsiteX3" fmla="*/ 534258 w 575038"/>
              <a:gd name="connsiteY3" fmla="*/ 372849 h 1382429"/>
              <a:gd name="connsiteX4" fmla="*/ 458058 w 575038"/>
              <a:gd name="connsiteY4" fmla="*/ 491382 h 1382429"/>
              <a:gd name="connsiteX5" fmla="*/ 424191 w 575038"/>
              <a:gd name="connsiteY5" fmla="*/ 1050182 h 1382429"/>
              <a:gd name="connsiteX6" fmla="*/ 326824 w 575038"/>
              <a:gd name="connsiteY6" fmla="*/ 1329582 h 1382429"/>
              <a:gd name="connsiteX7" fmla="*/ 119391 w 575038"/>
              <a:gd name="connsiteY7" fmla="*/ 1367682 h 1382429"/>
              <a:gd name="connsiteX8" fmla="*/ 858 w 575038"/>
              <a:gd name="connsiteY8" fmla="*/ 1156015 h 1382429"/>
              <a:gd name="connsiteX9" fmla="*/ 68591 w 575038"/>
              <a:gd name="connsiteY9" fmla="*/ 1122149 h 1382429"/>
              <a:gd name="connsiteX10" fmla="*/ 119391 w 575038"/>
              <a:gd name="connsiteY10" fmla="*/ 1244915 h 1382429"/>
              <a:gd name="connsiteX11" fmla="*/ 237924 w 575038"/>
              <a:gd name="connsiteY11" fmla="*/ 1283015 h 1382429"/>
              <a:gd name="connsiteX12" fmla="*/ 297191 w 575038"/>
              <a:gd name="connsiteY12" fmla="*/ 1164482 h 1382429"/>
              <a:gd name="connsiteX13" fmla="*/ 356458 w 575038"/>
              <a:gd name="connsiteY13" fmla="*/ 504082 h 1382429"/>
              <a:gd name="connsiteX14" fmla="*/ 360691 w 575038"/>
              <a:gd name="connsiteY14" fmla="*/ 419415 h 1382429"/>
              <a:gd name="connsiteX15" fmla="*/ 445358 w 575038"/>
              <a:gd name="connsiteY15" fmla="*/ 334749 h 1382429"/>
              <a:gd name="connsiteX16" fmla="*/ 491924 w 575038"/>
              <a:gd name="connsiteY16" fmla="*/ 233149 h 1382429"/>
              <a:gd name="connsiteX17" fmla="*/ 474991 w 575038"/>
              <a:gd name="connsiteY17" fmla="*/ 135782 h 1382429"/>
              <a:gd name="connsiteX18" fmla="*/ 407258 w 575038"/>
              <a:gd name="connsiteY18" fmla="*/ 93449 h 1382429"/>
              <a:gd name="connsiteX19" fmla="*/ 339524 w 575038"/>
              <a:gd name="connsiteY19" fmla="*/ 106149 h 1382429"/>
              <a:gd name="connsiteX20" fmla="*/ 305658 w 575038"/>
              <a:gd name="connsiteY20" fmla="*/ 21482 h 1382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75038" h="1382429">
                <a:moveTo>
                  <a:pt x="305658" y="21482"/>
                </a:moveTo>
                <a:cubicBezTo>
                  <a:pt x="326119" y="5254"/>
                  <a:pt x="417841" y="-10268"/>
                  <a:pt x="462291" y="8782"/>
                </a:cubicBezTo>
                <a:cubicBezTo>
                  <a:pt x="506741" y="27832"/>
                  <a:pt x="560364" y="75104"/>
                  <a:pt x="572358" y="135782"/>
                </a:cubicBezTo>
                <a:cubicBezTo>
                  <a:pt x="584352" y="196460"/>
                  <a:pt x="553308" y="313582"/>
                  <a:pt x="534258" y="372849"/>
                </a:cubicBezTo>
                <a:cubicBezTo>
                  <a:pt x="515208" y="432116"/>
                  <a:pt x="476402" y="378493"/>
                  <a:pt x="458058" y="491382"/>
                </a:cubicBezTo>
                <a:cubicBezTo>
                  <a:pt x="439714" y="604271"/>
                  <a:pt x="446063" y="910482"/>
                  <a:pt x="424191" y="1050182"/>
                </a:cubicBezTo>
                <a:cubicBezTo>
                  <a:pt x="402319" y="1189882"/>
                  <a:pt x="377624" y="1276665"/>
                  <a:pt x="326824" y="1329582"/>
                </a:cubicBezTo>
                <a:cubicBezTo>
                  <a:pt x="276024" y="1382499"/>
                  <a:pt x="173719" y="1396610"/>
                  <a:pt x="119391" y="1367682"/>
                </a:cubicBezTo>
                <a:cubicBezTo>
                  <a:pt x="65063" y="1338754"/>
                  <a:pt x="9325" y="1196937"/>
                  <a:pt x="858" y="1156015"/>
                </a:cubicBezTo>
                <a:cubicBezTo>
                  <a:pt x="-7609" y="1115093"/>
                  <a:pt x="48835" y="1107332"/>
                  <a:pt x="68591" y="1122149"/>
                </a:cubicBezTo>
                <a:cubicBezTo>
                  <a:pt x="88346" y="1136966"/>
                  <a:pt x="91169" y="1218104"/>
                  <a:pt x="119391" y="1244915"/>
                </a:cubicBezTo>
                <a:cubicBezTo>
                  <a:pt x="147613" y="1271726"/>
                  <a:pt x="208291" y="1296420"/>
                  <a:pt x="237924" y="1283015"/>
                </a:cubicBezTo>
                <a:cubicBezTo>
                  <a:pt x="267557" y="1269610"/>
                  <a:pt x="277435" y="1294304"/>
                  <a:pt x="297191" y="1164482"/>
                </a:cubicBezTo>
                <a:cubicBezTo>
                  <a:pt x="316947" y="1034660"/>
                  <a:pt x="345875" y="628260"/>
                  <a:pt x="356458" y="504082"/>
                </a:cubicBezTo>
                <a:cubicBezTo>
                  <a:pt x="367041" y="379904"/>
                  <a:pt x="345874" y="447637"/>
                  <a:pt x="360691" y="419415"/>
                </a:cubicBezTo>
                <a:cubicBezTo>
                  <a:pt x="375508" y="391193"/>
                  <a:pt x="423486" y="365793"/>
                  <a:pt x="445358" y="334749"/>
                </a:cubicBezTo>
                <a:cubicBezTo>
                  <a:pt x="467230" y="303705"/>
                  <a:pt x="486985" y="266310"/>
                  <a:pt x="491924" y="233149"/>
                </a:cubicBezTo>
                <a:cubicBezTo>
                  <a:pt x="496863" y="199988"/>
                  <a:pt x="489102" y="159065"/>
                  <a:pt x="474991" y="135782"/>
                </a:cubicBezTo>
                <a:cubicBezTo>
                  <a:pt x="460880" y="112499"/>
                  <a:pt x="429836" y="98388"/>
                  <a:pt x="407258" y="93449"/>
                </a:cubicBezTo>
                <a:cubicBezTo>
                  <a:pt x="384680" y="88510"/>
                  <a:pt x="355752" y="118849"/>
                  <a:pt x="339524" y="106149"/>
                </a:cubicBezTo>
                <a:cubicBezTo>
                  <a:pt x="323296" y="93449"/>
                  <a:pt x="285197" y="37710"/>
                  <a:pt x="305658" y="21482"/>
                </a:cubicBez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BAD704F0-8CA9-0237-93AB-686EF4BABF81}"/>
              </a:ext>
            </a:extLst>
          </p:cNvPr>
          <p:cNvSpPr/>
          <p:nvPr/>
        </p:nvSpPr>
        <p:spPr>
          <a:xfrm flipH="1">
            <a:off x="4721142" y="1061631"/>
            <a:ext cx="148552" cy="446018"/>
          </a:xfrm>
          <a:custGeom>
            <a:avLst/>
            <a:gdLst>
              <a:gd name="connsiteX0" fmla="*/ 33866 w 311249"/>
              <a:gd name="connsiteY0" fmla="*/ 6285 h 934503"/>
              <a:gd name="connsiteX1" fmla="*/ 63500 w 311249"/>
              <a:gd name="connsiteY1" fmla="*/ 65551 h 934503"/>
              <a:gd name="connsiteX2" fmla="*/ 143933 w 311249"/>
              <a:gd name="connsiteY2" fmla="*/ 90951 h 934503"/>
              <a:gd name="connsiteX3" fmla="*/ 203200 w 311249"/>
              <a:gd name="connsiteY3" fmla="*/ 65551 h 934503"/>
              <a:gd name="connsiteX4" fmla="*/ 241300 w 311249"/>
              <a:gd name="connsiteY4" fmla="*/ 2051 h 934503"/>
              <a:gd name="connsiteX5" fmla="*/ 270933 w 311249"/>
              <a:gd name="connsiteY5" fmla="*/ 150218 h 934503"/>
              <a:gd name="connsiteX6" fmla="*/ 309033 w 311249"/>
              <a:gd name="connsiteY6" fmla="*/ 251818 h 934503"/>
              <a:gd name="connsiteX7" fmla="*/ 300566 w 311249"/>
              <a:gd name="connsiteY7" fmla="*/ 450785 h 934503"/>
              <a:gd name="connsiteX8" fmla="*/ 249766 w 311249"/>
              <a:gd name="connsiteY8" fmla="*/ 641285 h 934503"/>
              <a:gd name="connsiteX9" fmla="*/ 122766 w 311249"/>
              <a:gd name="connsiteY9" fmla="*/ 907985 h 934503"/>
              <a:gd name="connsiteX10" fmla="*/ 0 w 311249"/>
              <a:gd name="connsiteY10" fmla="*/ 924918 h 934503"/>
              <a:gd name="connsiteX11" fmla="*/ 0 w 311249"/>
              <a:gd name="connsiteY11" fmla="*/ 924918 h 934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1249" h="934503">
                <a:moveTo>
                  <a:pt x="33866" y="6285"/>
                </a:moveTo>
                <a:cubicBezTo>
                  <a:pt x="39511" y="28862"/>
                  <a:pt x="45156" y="51440"/>
                  <a:pt x="63500" y="65551"/>
                </a:cubicBezTo>
                <a:cubicBezTo>
                  <a:pt x="81844" y="79662"/>
                  <a:pt x="120650" y="90951"/>
                  <a:pt x="143933" y="90951"/>
                </a:cubicBezTo>
                <a:cubicBezTo>
                  <a:pt x="167216" y="90951"/>
                  <a:pt x="186972" y="80368"/>
                  <a:pt x="203200" y="65551"/>
                </a:cubicBezTo>
                <a:cubicBezTo>
                  <a:pt x="219428" y="50734"/>
                  <a:pt x="230011" y="-12060"/>
                  <a:pt x="241300" y="2051"/>
                </a:cubicBezTo>
                <a:cubicBezTo>
                  <a:pt x="252589" y="16162"/>
                  <a:pt x="259644" y="108590"/>
                  <a:pt x="270933" y="150218"/>
                </a:cubicBezTo>
                <a:cubicBezTo>
                  <a:pt x="282222" y="191846"/>
                  <a:pt x="304094" y="201724"/>
                  <a:pt x="309033" y="251818"/>
                </a:cubicBezTo>
                <a:cubicBezTo>
                  <a:pt x="313972" y="301912"/>
                  <a:pt x="310444" y="385874"/>
                  <a:pt x="300566" y="450785"/>
                </a:cubicBezTo>
                <a:cubicBezTo>
                  <a:pt x="290688" y="515696"/>
                  <a:pt x="279399" y="565085"/>
                  <a:pt x="249766" y="641285"/>
                </a:cubicBezTo>
                <a:cubicBezTo>
                  <a:pt x="220133" y="717485"/>
                  <a:pt x="164394" y="860713"/>
                  <a:pt x="122766" y="907985"/>
                </a:cubicBezTo>
                <a:cubicBezTo>
                  <a:pt x="81138" y="955257"/>
                  <a:pt x="0" y="924918"/>
                  <a:pt x="0" y="924918"/>
                </a:cubicBezTo>
                <a:lnTo>
                  <a:pt x="0" y="92491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362F1799-FC25-2D59-FB8C-4C8A606FE3EA}"/>
              </a:ext>
            </a:extLst>
          </p:cNvPr>
          <p:cNvSpPr/>
          <p:nvPr/>
        </p:nvSpPr>
        <p:spPr>
          <a:xfrm flipH="1">
            <a:off x="4790820" y="1407864"/>
            <a:ext cx="167776" cy="111375"/>
          </a:xfrm>
          <a:custGeom>
            <a:avLst/>
            <a:gdLst>
              <a:gd name="connsiteX0" fmla="*/ 143933 w 351527"/>
              <a:gd name="connsiteY0" fmla="*/ 4754 h 233354"/>
              <a:gd name="connsiteX1" fmla="*/ 182033 w 351527"/>
              <a:gd name="connsiteY1" fmla="*/ 72487 h 233354"/>
              <a:gd name="connsiteX2" fmla="*/ 292100 w 351527"/>
              <a:gd name="connsiteY2" fmla="*/ 59787 h 233354"/>
              <a:gd name="connsiteX3" fmla="*/ 351367 w 351527"/>
              <a:gd name="connsiteY3" fmla="*/ 520 h 233354"/>
              <a:gd name="connsiteX4" fmla="*/ 304800 w 351527"/>
              <a:gd name="connsiteY4" fmla="*/ 97887 h 233354"/>
              <a:gd name="connsiteX5" fmla="*/ 173567 w 351527"/>
              <a:gd name="connsiteY5" fmla="*/ 123287 h 233354"/>
              <a:gd name="connsiteX6" fmla="*/ 122767 w 351527"/>
              <a:gd name="connsiteY6" fmla="*/ 102120 h 233354"/>
              <a:gd name="connsiteX7" fmla="*/ 97367 w 351527"/>
              <a:gd name="connsiteY7" fmla="*/ 135987 h 233354"/>
              <a:gd name="connsiteX8" fmla="*/ 169333 w 351527"/>
              <a:gd name="connsiteY8" fmla="*/ 220654 h 233354"/>
              <a:gd name="connsiteX9" fmla="*/ 76200 w 351527"/>
              <a:gd name="connsiteY9" fmla="*/ 174087 h 233354"/>
              <a:gd name="connsiteX10" fmla="*/ 0 w 351527"/>
              <a:gd name="connsiteY10" fmla="*/ 233354 h 233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1527" h="233354">
                <a:moveTo>
                  <a:pt x="143933" y="4754"/>
                </a:moveTo>
                <a:cubicBezTo>
                  <a:pt x="150636" y="34034"/>
                  <a:pt x="157339" y="63315"/>
                  <a:pt x="182033" y="72487"/>
                </a:cubicBezTo>
                <a:cubicBezTo>
                  <a:pt x="206728" y="81659"/>
                  <a:pt x="263878" y="71782"/>
                  <a:pt x="292100" y="59787"/>
                </a:cubicBezTo>
                <a:cubicBezTo>
                  <a:pt x="320322" y="47793"/>
                  <a:pt x="349250" y="-5830"/>
                  <a:pt x="351367" y="520"/>
                </a:cubicBezTo>
                <a:cubicBezTo>
                  <a:pt x="353484" y="6870"/>
                  <a:pt x="334433" y="77426"/>
                  <a:pt x="304800" y="97887"/>
                </a:cubicBezTo>
                <a:cubicBezTo>
                  <a:pt x="275167" y="118348"/>
                  <a:pt x="203906" y="122582"/>
                  <a:pt x="173567" y="123287"/>
                </a:cubicBezTo>
                <a:cubicBezTo>
                  <a:pt x="143228" y="123992"/>
                  <a:pt x="135467" y="100003"/>
                  <a:pt x="122767" y="102120"/>
                </a:cubicBezTo>
                <a:cubicBezTo>
                  <a:pt x="110067" y="104237"/>
                  <a:pt x="89606" y="116231"/>
                  <a:pt x="97367" y="135987"/>
                </a:cubicBezTo>
                <a:cubicBezTo>
                  <a:pt x="105128" y="155743"/>
                  <a:pt x="172861" y="214304"/>
                  <a:pt x="169333" y="220654"/>
                </a:cubicBezTo>
                <a:cubicBezTo>
                  <a:pt x="165805" y="227004"/>
                  <a:pt x="104422" y="171970"/>
                  <a:pt x="76200" y="174087"/>
                </a:cubicBezTo>
                <a:cubicBezTo>
                  <a:pt x="47978" y="176204"/>
                  <a:pt x="23989" y="204779"/>
                  <a:pt x="0" y="233354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322A229C-5A6C-AF81-9065-411A2604875C}"/>
              </a:ext>
            </a:extLst>
          </p:cNvPr>
          <p:cNvSpPr/>
          <p:nvPr/>
        </p:nvSpPr>
        <p:spPr>
          <a:xfrm flipH="1">
            <a:off x="5077804" y="1476808"/>
            <a:ext cx="84860" cy="101024"/>
          </a:xfrm>
          <a:custGeom>
            <a:avLst/>
            <a:gdLst>
              <a:gd name="connsiteX0" fmla="*/ 177800 w 177800"/>
              <a:gd name="connsiteY0" fmla="*/ 0 h 211666"/>
              <a:gd name="connsiteX1" fmla="*/ 0 w 177800"/>
              <a:gd name="connsiteY1" fmla="*/ 211666 h 2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7800" h="211666">
                <a:moveTo>
                  <a:pt x="177800" y="0"/>
                </a:moveTo>
                <a:lnTo>
                  <a:pt x="0" y="211666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C21F6871-362D-8B37-938F-6DF483EC3F66}"/>
              </a:ext>
            </a:extLst>
          </p:cNvPr>
          <p:cNvSpPr/>
          <p:nvPr/>
        </p:nvSpPr>
        <p:spPr>
          <a:xfrm flipH="1">
            <a:off x="5075783" y="1472767"/>
            <a:ext cx="123249" cy="80819"/>
          </a:xfrm>
          <a:custGeom>
            <a:avLst/>
            <a:gdLst>
              <a:gd name="connsiteX0" fmla="*/ 0 w 258234"/>
              <a:gd name="connsiteY0" fmla="*/ 169333 h 169333"/>
              <a:gd name="connsiteX1" fmla="*/ 258234 w 258234"/>
              <a:gd name="connsiteY1" fmla="*/ 0 h 169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8234" h="169333">
                <a:moveTo>
                  <a:pt x="0" y="169333"/>
                </a:moveTo>
                <a:lnTo>
                  <a:pt x="258234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ED097D4A-5F50-E02F-CEDD-642489E96A49}"/>
              </a:ext>
            </a:extLst>
          </p:cNvPr>
          <p:cNvSpPr/>
          <p:nvPr/>
        </p:nvSpPr>
        <p:spPr>
          <a:xfrm flipH="1">
            <a:off x="5091947" y="783059"/>
            <a:ext cx="321256" cy="37094"/>
          </a:xfrm>
          <a:custGeom>
            <a:avLst/>
            <a:gdLst>
              <a:gd name="connsiteX0" fmla="*/ 673100 w 673100"/>
              <a:gd name="connsiteY0" fmla="*/ 77719 h 77719"/>
              <a:gd name="connsiteX1" fmla="*/ 330200 w 673100"/>
              <a:gd name="connsiteY1" fmla="*/ 22686 h 77719"/>
              <a:gd name="connsiteX2" fmla="*/ 67733 w 673100"/>
              <a:gd name="connsiteY2" fmla="*/ 1519 h 77719"/>
              <a:gd name="connsiteX3" fmla="*/ 0 w 673100"/>
              <a:gd name="connsiteY3" fmla="*/ 60786 h 77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3100" h="77719">
                <a:moveTo>
                  <a:pt x="673100" y="77719"/>
                </a:moveTo>
                <a:cubicBezTo>
                  <a:pt x="552097" y="56552"/>
                  <a:pt x="431095" y="35386"/>
                  <a:pt x="330200" y="22686"/>
                </a:cubicBezTo>
                <a:cubicBezTo>
                  <a:pt x="229305" y="9986"/>
                  <a:pt x="122766" y="-4831"/>
                  <a:pt x="67733" y="1519"/>
                </a:cubicBezTo>
                <a:cubicBezTo>
                  <a:pt x="12700" y="7869"/>
                  <a:pt x="6350" y="34327"/>
                  <a:pt x="0" y="60786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7EB9C80D-AC41-6565-E8EF-C9954FFF9E3E}"/>
              </a:ext>
            </a:extLst>
          </p:cNvPr>
          <p:cNvSpPr/>
          <p:nvPr/>
        </p:nvSpPr>
        <p:spPr>
          <a:xfrm flipH="1">
            <a:off x="5108111" y="851910"/>
            <a:ext cx="151536" cy="162209"/>
          </a:xfrm>
          <a:custGeom>
            <a:avLst/>
            <a:gdLst>
              <a:gd name="connsiteX0" fmla="*/ 317500 w 317500"/>
              <a:gd name="connsiteY0" fmla="*/ 5429 h 339862"/>
              <a:gd name="connsiteX1" fmla="*/ 186267 w 317500"/>
              <a:gd name="connsiteY1" fmla="*/ 9662 h 339862"/>
              <a:gd name="connsiteX2" fmla="*/ 76200 w 317500"/>
              <a:gd name="connsiteY2" fmla="*/ 94329 h 339862"/>
              <a:gd name="connsiteX3" fmla="*/ 0 w 317500"/>
              <a:gd name="connsiteY3" fmla="*/ 339862 h 339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500" h="339862">
                <a:moveTo>
                  <a:pt x="317500" y="5429"/>
                </a:moveTo>
                <a:cubicBezTo>
                  <a:pt x="271992" y="137"/>
                  <a:pt x="226484" y="-5155"/>
                  <a:pt x="186267" y="9662"/>
                </a:cubicBezTo>
                <a:cubicBezTo>
                  <a:pt x="146050" y="24479"/>
                  <a:pt x="107244" y="39296"/>
                  <a:pt x="76200" y="94329"/>
                </a:cubicBezTo>
                <a:cubicBezTo>
                  <a:pt x="45156" y="149362"/>
                  <a:pt x="22578" y="244612"/>
                  <a:pt x="0" y="339862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5F09F62E-3B19-27B1-97FC-D180F9494FBC}"/>
              </a:ext>
            </a:extLst>
          </p:cNvPr>
          <p:cNvSpPr/>
          <p:nvPr/>
        </p:nvSpPr>
        <p:spPr>
          <a:xfrm flipH="1">
            <a:off x="5098009" y="816760"/>
            <a:ext cx="175908" cy="90287"/>
          </a:xfrm>
          <a:custGeom>
            <a:avLst/>
            <a:gdLst>
              <a:gd name="connsiteX0" fmla="*/ 368565 w 368565"/>
              <a:gd name="connsiteY0" fmla="*/ 11342 h 189170"/>
              <a:gd name="connsiteX1" fmla="*/ 241565 w 368565"/>
              <a:gd name="connsiteY1" fmla="*/ 32508 h 189170"/>
              <a:gd name="connsiteX2" fmla="*/ 144198 w 368565"/>
              <a:gd name="connsiteY2" fmla="*/ 2875 h 189170"/>
              <a:gd name="connsiteX3" fmla="*/ 8732 w 368565"/>
              <a:gd name="connsiteY3" fmla="*/ 117175 h 189170"/>
              <a:gd name="connsiteX4" fmla="*/ 12965 w 368565"/>
              <a:gd name="connsiteY4" fmla="*/ 184908 h 189170"/>
              <a:gd name="connsiteX5" fmla="*/ 8732 w 368565"/>
              <a:gd name="connsiteY5" fmla="*/ 176442 h 18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8565" h="189170">
                <a:moveTo>
                  <a:pt x="368565" y="11342"/>
                </a:moveTo>
                <a:cubicBezTo>
                  <a:pt x="323762" y="22630"/>
                  <a:pt x="278959" y="33919"/>
                  <a:pt x="241565" y="32508"/>
                </a:cubicBezTo>
                <a:cubicBezTo>
                  <a:pt x="204170" y="31097"/>
                  <a:pt x="183003" y="-11236"/>
                  <a:pt x="144198" y="2875"/>
                </a:cubicBezTo>
                <a:cubicBezTo>
                  <a:pt x="105393" y="16986"/>
                  <a:pt x="30604" y="86836"/>
                  <a:pt x="8732" y="117175"/>
                </a:cubicBezTo>
                <a:cubicBezTo>
                  <a:pt x="-13140" y="147514"/>
                  <a:pt x="12965" y="184908"/>
                  <a:pt x="12965" y="184908"/>
                </a:cubicBezTo>
                <a:cubicBezTo>
                  <a:pt x="12965" y="194786"/>
                  <a:pt x="10848" y="185614"/>
                  <a:pt x="8732" y="176442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42808539-12C1-F047-C5AE-D3F3CB4B69E1}"/>
              </a:ext>
            </a:extLst>
          </p:cNvPr>
          <p:cNvSpPr/>
          <p:nvPr/>
        </p:nvSpPr>
        <p:spPr>
          <a:xfrm flipH="1">
            <a:off x="5164684" y="801968"/>
            <a:ext cx="214170" cy="40410"/>
          </a:xfrm>
          <a:custGeom>
            <a:avLst/>
            <a:gdLst>
              <a:gd name="connsiteX0" fmla="*/ 0 w 448733"/>
              <a:gd name="connsiteY0" fmla="*/ 84667 h 84667"/>
              <a:gd name="connsiteX1" fmla="*/ 55033 w 448733"/>
              <a:gd name="connsiteY1" fmla="*/ 38100 h 84667"/>
              <a:gd name="connsiteX2" fmla="*/ 232833 w 448733"/>
              <a:gd name="connsiteY2" fmla="*/ 0 h 84667"/>
              <a:gd name="connsiteX3" fmla="*/ 351366 w 448733"/>
              <a:gd name="connsiteY3" fmla="*/ 38100 h 84667"/>
              <a:gd name="connsiteX4" fmla="*/ 448733 w 448733"/>
              <a:gd name="connsiteY4" fmla="*/ 16934 h 84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8733" h="84667">
                <a:moveTo>
                  <a:pt x="0" y="84667"/>
                </a:moveTo>
                <a:cubicBezTo>
                  <a:pt x="8114" y="68439"/>
                  <a:pt x="16228" y="52211"/>
                  <a:pt x="55033" y="38100"/>
                </a:cubicBezTo>
                <a:cubicBezTo>
                  <a:pt x="93838" y="23989"/>
                  <a:pt x="183444" y="0"/>
                  <a:pt x="232833" y="0"/>
                </a:cubicBezTo>
                <a:cubicBezTo>
                  <a:pt x="282222" y="0"/>
                  <a:pt x="315383" y="35278"/>
                  <a:pt x="351366" y="38100"/>
                </a:cubicBezTo>
                <a:cubicBezTo>
                  <a:pt x="387349" y="40922"/>
                  <a:pt x="418041" y="28928"/>
                  <a:pt x="448733" y="16934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8B334074-3714-4D81-6426-41BDCDF943D3}"/>
              </a:ext>
            </a:extLst>
          </p:cNvPr>
          <p:cNvSpPr/>
          <p:nvPr/>
        </p:nvSpPr>
        <p:spPr>
          <a:xfrm flipH="1">
            <a:off x="5176807" y="874706"/>
            <a:ext cx="20754" cy="105325"/>
          </a:xfrm>
          <a:custGeom>
            <a:avLst/>
            <a:gdLst>
              <a:gd name="connsiteX0" fmla="*/ 1152 w 43485"/>
              <a:gd name="connsiteY0" fmla="*/ 0 h 220678"/>
              <a:gd name="connsiteX1" fmla="*/ 5385 w 43485"/>
              <a:gd name="connsiteY1" fmla="*/ 190500 h 220678"/>
              <a:gd name="connsiteX2" fmla="*/ 43485 w 43485"/>
              <a:gd name="connsiteY2" fmla="*/ 220134 h 220678"/>
              <a:gd name="connsiteX3" fmla="*/ 43485 w 43485"/>
              <a:gd name="connsiteY3" fmla="*/ 220134 h 220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85" h="220678">
                <a:moveTo>
                  <a:pt x="1152" y="0"/>
                </a:moveTo>
                <a:cubicBezTo>
                  <a:pt x="-260" y="76905"/>
                  <a:pt x="-1671" y="153811"/>
                  <a:pt x="5385" y="190500"/>
                </a:cubicBezTo>
                <a:cubicBezTo>
                  <a:pt x="12441" y="227189"/>
                  <a:pt x="43485" y="220134"/>
                  <a:pt x="43485" y="220134"/>
                </a:cubicBezTo>
                <a:lnTo>
                  <a:pt x="43485" y="220134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79862163-A304-73A2-602A-97CFF996B2AC}"/>
              </a:ext>
            </a:extLst>
          </p:cNvPr>
          <p:cNvSpPr/>
          <p:nvPr/>
        </p:nvSpPr>
        <p:spPr>
          <a:xfrm flipH="1">
            <a:off x="5261667" y="803989"/>
            <a:ext cx="79108" cy="80819"/>
          </a:xfrm>
          <a:custGeom>
            <a:avLst/>
            <a:gdLst>
              <a:gd name="connsiteX0" fmla="*/ 165748 w 165748"/>
              <a:gd name="connsiteY0" fmla="*/ 0 h 169333"/>
              <a:gd name="connsiteX1" fmla="*/ 13348 w 165748"/>
              <a:gd name="connsiteY1" fmla="*/ 122766 h 169333"/>
              <a:gd name="connsiteX2" fmla="*/ 17581 w 165748"/>
              <a:gd name="connsiteY2" fmla="*/ 169333 h 169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748" h="169333">
                <a:moveTo>
                  <a:pt x="165748" y="0"/>
                </a:moveTo>
                <a:cubicBezTo>
                  <a:pt x="101895" y="47272"/>
                  <a:pt x="38042" y="94544"/>
                  <a:pt x="13348" y="122766"/>
                </a:cubicBezTo>
                <a:cubicBezTo>
                  <a:pt x="-11347" y="150988"/>
                  <a:pt x="3117" y="160160"/>
                  <a:pt x="17581" y="169333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BD12D8B4-17D4-ECB5-92B0-9FD414C58AAA}"/>
              </a:ext>
            </a:extLst>
          </p:cNvPr>
          <p:cNvSpPr/>
          <p:nvPr/>
        </p:nvSpPr>
        <p:spPr>
          <a:xfrm flipH="1">
            <a:off x="5168725" y="830179"/>
            <a:ext cx="133351" cy="161714"/>
          </a:xfrm>
          <a:custGeom>
            <a:avLst/>
            <a:gdLst>
              <a:gd name="connsiteX0" fmla="*/ 279400 w 279400"/>
              <a:gd name="connsiteY0" fmla="*/ 4392 h 338826"/>
              <a:gd name="connsiteX1" fmla="*/ 177800 w 279400"/>
              <a:gd name="connsiteY1" fmla="*/ 46726 h 338826"/>
              <a:gd name="connsiteX2" fmla="*/ 0 w 279400"/>
              <a:gd name="connsiteY2" fmla="*/ 338826 h 338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9400" h="338826">
                <a:moveTo>
                  <a:pt x="279400" y="4392"/>
                </a:moveTo>
                <a:cubicBezTo>
                  <a:pt x="251883" y="-2311"/>
                  <a:pt x="224367" y="-9013"/>
                  <a:pt x="177800" y="46726"/>
                </a:cubicBezTo>
                <a:cubicBezTo>
                  <a:pt x="131233" y="102465"/>
                  <a:pt x="65616" y="220645"/>
                  <a:pt x="0" y="338826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72E970FC-0874-F029-ACB9-B5DCE8F0DA0B}"/>
              </a:ext>
            </a:extLst>
          </p:cNvPr>
          <p:cNvSpPr/>
          <p:nvPr/>
        </p:nvSpPr>
        <p:spPr>
          <a:xfrm flipH="1">
            <a:off x="5225299" y="902993"/>
            <a:ext cx="2020" cy="107085"/>
          </a:xfrm>
          <a:custGeom>
            <a:avLst/>
            <a:gdLst>
              <a:gd name="connsiteX0" fmla="*/ 0 w 4233"/>
              <a:gd name="connsiteY0" fmla="*/ 0 h 224367"/>
              <a:gd name="connsiteX1" fmla="*/ 4233 w 4233"/>
              <a:gd name="connsiteY1" fmla="*/ 224367 h 224367"/>
              <a:gd name="connsiteX2" fmla="*/ 4233 w 4233"/>
              <a:gd name="connsiteY2" fmla="*/ 224367 h 224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3" h="224367">
                <a:moveTo>
                  <a:pt x="0" y="0"/>
                </a:moveTo>
                <a:lnTo>
                  <a:pt x="4233" y="224367"/>
                </a:lnTo>
                <a:lnTo>
                  <a:pt x="4233" y="22436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CC409F32-6166-7871-FACB-509B2CA9F833}"/>
              </a:ext>
            </a:extLst>
          </p:cNvPr>
          <p:cNvSpPr/>
          <p:nvPr/>
        </p:nvSpPr>
        <p:spPr>
          <a:xfrm flipH="1">
            <a:off x="5160643" y="836317"/>
            <a:ext cx="10103" cy="94963"/>
          </a:xfrm>
          <a:custGeom>
            <a:avLst/>
            <a:gdLst>
              <a:gd name="connsiteX0" fmla="*/ 0 w 21167"/>
              <a:gd name="connsiteY0" fmla="*/ 0 h 198967"/>
              <a:gd name="connsiteX1" fmla="*/ 21167 w 21167"/>
              <a:gd name="connsiteY1" fmla="*/ 198967 h 198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167" h="198967">
                <a:moveTo>
                  <a:pt x="0" y="0"/>
                </a:moveTo>
                <a:lnTo>
                  <a:pt x="21167" y="19896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77940E38-1132-6AFE-7D64-C4F6B79F757A}"/>
              </a:ext>
            </a:extLst>
          </p:cNvPr>
          <p:cNvSpPr/>
          <p:nvPr/>
        </p:nvSpPr>
        <p:spPr>
          <a:xfrm flipH="1">
            <a:off x="5098278" y="799948"/>
            <a:ext cx="147225" cy="36544"/>
          </a:xfrm>
          <a:custGeom>
            <a:avLst/>
            <a:gdLst>
              <a:gd name="connsiteX0" fmla="*/ 0 w 308469"/>
              <a:gd name="connsiteY0" fmla="*/ 0 h 76567"/>
              <a:gd name="connsiteX1" fmla="*/ 50800 w 308469"/>
              <a:gd name="connsiteY1" fmla="*/ 8467 h 76567"/>
              <a:gd name="connsiteX2" fmla="*/ 84666 w 308469"/>
              <a:gd name="connsiteY2" fmla="*/ 21167 h 76567"/>
              <a:gd name="connsiteX3" fmla="*/ 287866 w 308469"/>
              <a:gd name="connsiteY3" fmla="*/ 50800 h 76567"/>
              <a:gd name="connsiteX4" fmla="*/ 296333 w 308469"/>
              <a:gd name="connsiteY4" fmla="*/ 76200 h 76567"/>
              <a:gd name="connsiteX5" fmla="*/ 241300 w 308469"/>
              <a:gd name="connsiteY5" fmla="*/ 63500 h 76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8469" h="76567">
                <a:moveTo>
                  <a:pt x="0" y="0"/>
                </a:moveTo>
                <a:cubicBezTo>
                  <a:pt x="18344" y="2469"/>
                  <a:pt x="36689" y="4939"/>
                  <a:pt x="50800" y="8467"/>
                </a:cubicBezTo>
                <a:cubicBezTo>
                  <a:pt x="64911" y="11995"/>
                  <a:pt x="45155" y="14112"/>
                  <a:pt x="84666" y="21167"/>
                </a:cubicBezTo>
                <a:cubicBezTo>
                  <a:pt x="124177" y="28222"/>
                  <a:pt x="252588" y="41628"/>
                  <a:pt x="287866" y="50800"/>
                </a:cubicBezTo>
                <a:cubicBezTo>
                  <a:pt x="323144" y="59972"/>
                  <a:pt x="304094" y="74083"/>
                  <a:pt x="296333" y="76200"/>
                </a:cubicBezTo>
                <a:cubicBezTo>
                  <a:pt x="288572" y="78317"/>
                  <a:pt x="264936" y="70908"/>
                  <a:pt x="241300" y="6350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F7391EA-A9BC-B980-05AF-908DF7F61C1F}"/>
              </a:ext>
            </a:extLst>
          </p:cNvPr>
          <p:cNvCxnSpPr>
            <a:cxnSpLocks/>
          </p:cNvCxnSpPr>
          <p:nvPr/>
        </p:nvCxnSpPr>
        <p:spPr>
          <a:xfrm flipH="1">
            <a:off x="4966077" y="830179"/>
            <a:ext cx="116177" cy="546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968BB65-468B-73D7-1E66-E6A9EA1F17C0}"/>
              </a:ext>
            </a:extLst>
          </p:cNvPr>
          <p:cNvCxnSpPr>
            <a:cxnSpLocks/>
          </p:cNvCxnSpPr>
          <p:nvPr/>
        </p:nvCxnSpPr>
        <p:spPr>
          <a:xfrm flipH="1">
            <a:off x="4999005" y="866586"/>
            <a:ext cx="108504" cy="64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7DB669D-6387-79CF-1A8C-A1F4474180A3}"/>
              </a:ext>
            </a:extLst>
          </p:cNvPr>
          <p:cNvCxnSpPr>
            <a:cxnSpLocks/>
          </p:cNvCxnSpPr>
          <p:nvPr/>
        </p:nvCxnSpPr>
        <p:spPr>
          <a:xfrm flipH="1" flipV="1">
            <a:off x="4961326" y="887875"/>
            <a:ext cx="31074" cy="394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61CBA94F-D331-8B6A-C334-701066B8AAD7}"/>
              </a:ext>
            </a:extLst>
          </p:cNvPr>
          <p:cNvSpPr/>
          <p:nvPr/>
        </p:nvSpPr>
        <p:spPr>
          <a:xfrm flipH="1">
            <a:off x="5019198" y="796624"/>
            <a:ext cx="36969" cy="32327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127C3F4-ABBF-56B2-0E58-B433087973D1}"/>
              </a:ext>
            </a:extLst>
          </p:cNvPr>
          <p:cNvGrpSpPr/>
          <p:nvPr/>
        </p:nvGrpSpPr>
        <p:grpSpPr>
          <a:xfrm flipH="1">
            <a:off x="4733338" y="5226206"/>
            <a:ext cx="714143" cy="804641"/>
            <a:chOff x="8890000" y="4287338"/>
            <a:chExt cx="1496283" cy="1685895"/>
          </a:xfrm>
        </p:grpSpPr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B9AFD513-0D73-2C2D-05EA-B1735475748D}"/>
                </a:ext>
              </a:extLst>
            </p:cNvPr>
            <p:cNvSpPr/>
            <p:nvPr/>
          </p:nvSpPr>
          <p:spPr>
            <a:xfrm>
              <a:off x="9306125" y="4287338"/>
              <a:ext cx="1080158" cy="1635809"/>
            </a:xfrm>
            <a:custGeom>
              <a:avLst/>
              <a:gdLst>
                <a:gd name="connsiteX0" fmla="*/ 269675 w 1080158"/>
                <a:gd name="connsiteY0" fmla="*/ 98395 h 1635809"/>
                <a:gd name="connsiteX1" fmla="*/ 337408 w 1080158"/>
                <a:gd name="connsiteY1" fmla="*/ 22195 h 1635809"/>
                <a:gd name="connsiteX2" fmla="*/ 519442 w 1080158"/>
                <a:gd name="connsiteY2" fmla="*/ 1029 h 1635809"/>
                <a:gd name="connsiteX3" fmla="*/ 688775 w 1080158"/>
                <a:gd name="connsiteY3" fmla="*/ 47595 h 1635809"/>
                <a:gd name="connsiteX4" fmla="*/ 832708 w 1080158"/>
                <a:gd name="connsiteY4" fmla="*/ 136495 h 1635809"/>
                <a:gd name="connsiteX5" fmla="*/ 904675 w 1080158"/>
                <a:gd name="connsiteY5" fmla="*/ 216929 h 1635809"/>
                <a:gd name="connsiteX6" fmla="*/ 955475 w 1080158"/>
                <a:gd name="connsiteY6" fmla="*/ 314295 h 1635809"/>
                <a:gd name="connsiteX7" fmla="*/ 972408 w 1080158"/>
                <a:gd name="connsiteY7" fmla="*/ 424362 h 1635809"/>
                <a:gd name="connsiteX8" fmla="*/ 989342 w 1080158"/>
                <a:gd name="connsiteY8" fmla="*/ 504795 h 1635809"/>
                <a:gd name="connsiteX9" fmla="*/ 1006275 w 1080158"/>
                <a:gd name="connsiteY9" fmla="*/ 602162 h 1635809"/>
                <a:gd name="connsiteX10" fmla="*/ 1031675 w 1080158"/>
                <a:gd name="connsiteY10" fmla="*/ 682595 h 1635809"/>
                <a:gd name="connsiteX11" fmla="*/ 1057075 w 1080158"/>
                <a:gd name="connsiteY11" fmla="*/ 775729 h 1635809"/>
                <a:gd name="connsiteX12" fmla="*/ 1078242 w 1080158"/>
                <a:gd name="connsiteY12" fmla="*/ 868862 h 1635809"/>
                <a:gd name="connsiteX13" fmla="*/ 1006275 w 1080158"/>
                <a:gd name="connsiteY13" fmla="*/ 1249862 h 1635809"/>
                <a:gd name="connsiteX14" fmla="*/ 862342 w 1080158"/>
                <a:gd name="connsiteY14" fmla="*/ 1541962 h 1635809"/>
                <a:gd name="connsiteX15" fmla="*/ 845408 w 1080158"/>
                <a:gd name="connsiteY15" fmla="*/ 1635095 h 1635809"/>
                <a:gd name="connsiteX16" fmla="*/ 790375 w 1080158"/>
                <a:gd name="connsiteY16" fmla="*/ 1584295 h 1635809"/>
                <a:gd name="connsiteX17" fmla="*/ 557542 w 1080158"/>
                <a:gd name="connsiteY17" fmla="*/ 1571595 h 1635809"/>
                <a:gd name="connsiteX18" fmla="*/ 256975 w 1080158"/>
                <a:gd name="connsiteY18" fmla="*/ 1440362 h 1635809"/>
                <a:gd name="connsiteX19" fmla="*/ 66475 w 1080158"/>
                <a:gd name="connsiteY19" fmla="*/ 1156729 h 1635809"/>
                <a:gd name="connsiteX20" fmla="*/ 7208 w 1080158"/>
                <a:gd name="connsiteY20" fmla="*/ 898495 h 1635809"/>
                <a:gd name="connsiteX21" fmla="*/ 19908 w 1080158"/>
                <a:gd name="connsiteY21" fmla="*/ 593695 h 1635809"/>
                <a:gd name="connsiteX22" fmla="*/ 176542 w 1080158"/>
                <a:gd name="connsiteY22" fmla="*/ 356629 h 1635809"/>
                <a:gd name="connsiteX23" fmla="*/ 367042 w 1080158"/>
                <a:gd name="connsiteY23" fmla="*/ 322762 h 1635809"/>
                <a:gd name="connsiteX24" fmla="*/ 265442 w 1080158"/>
                <a:gd name="connsiteY24" fmla="*/ 271962 h 1635809"/>
                <a:gd name="connsiteX25" fmla="*/ 189242 w 1080158"/>
                <a:gd name="connsiteY25" fmla="*/ 288895 h 1635809"/>
                <a:gd name="connsiteX26" fmla="*/ 269675 w 1080158"/>
                <a:gd name="connsiteY26" fmla="*/ 98395 h 1635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80158" h="1635809">
                  <a:moveTo>
                    <a:pt x="269675" y="98395"/>
                  </a:moveTo>
                  <a:cubicBezTo>
                    <a:pt x="294369" y="53945"/>
                    <a:pt x="295780" y="38423"/>
                    <a:pt x="337408" y="22195"/>
                  </a:cubicBezTo>
                  <a:cubicBezTo>
                    <a:pt x="379036" y="5967"/>
                    <a:pt x="460881" y="-3204"/>
                    <a:pt x="519442" y="1029"/>
                  </a:cubicBezTo>
                  <a:cubicBezTo>
                    <a:pt x="578003" y="5262"/>
                    <a:pt x="636564" y="25017"/>
                    <a:pt x="688775" y="47595"/>
                  </a:cubicBezTo>
                  <a:cubicBezTo>
                    <a:pt x="740986" y="70173"/>
                    <a:pt x="796725" y="108273"/>
                    <a:pt x="832708" y="136495"/>
                  </a:cubicBezTo>
                  <a:cubicBezTo>
                    <a:pt x="868691" y="164717"/>
                    <a:pt x="884214" y="187296"/>
                    <a:pt x="904675" y="216929"/>
                  </a:cubicBezTo>
                  <a:cubicBezTo>
                    <a:pt x="925136" y="246562"/>
                    <a:pt x="944186" y="279723"/>
                    <a:pt x="955475" y="314295"/>
                  </a:cubicBezTo>
                  <a:cubicBezTo>
                    <a:pt x="966764" y="348867"/>
                    <a:pt x="966764" y="392612"/>
                    <a:pt x="972408" y="424362"/>
                  </a:cubicBezTo>
                  <a:cubicBezTo>
                    <a:pt x="978052" y="456112"/>
                    <a:pt x="983698" y="475162"/>
                    <a:pt x="989342" y="504795"/>
                  </a:cubicBezTo>
                  <a:cubicBezTo>
                    <a:pt x="994986" y="534428"/>
                    <a:pt x="999220" y="572529"/>
                    <a:pt x="1006275" y="602162"/>
                  </a:cubicBezTo>
                  <a:cubicBezTo>
                    <a:pt x="1013330" y="631795"/>
                    <a:pt x="1023208" y="653667"/>
                    <a:pt x="1031675" y="682595"/>
                  </a:cubicBezTo>
                  <a:cubicBezTo>
                    <a:pt x="1040142" y="711523"/>
                    <a:pt x="1049314" y="744685"/>
                    <a:pt x="1057075" y="775729"/>
                  </a:cubicBezTo>
                  <a:cubicBezTo>
                    <a:pt x="1064836" y="806773"/>
                    <a:pt x="1086709" y="789840"/>
                    <a:pt x="1078242" y="868862"/>
                  </a:cubicBezTo>
                  <a:cubicBezTo>
                    <a:pt x="1069775" y="947884"/>
                    <a:pt x="1042258" y="1137679"/>
                    <a:pt x="1006275" y="1249862"/>
                  </a:cubicBezTo>
                  <a:cubicBezTo>
                    <a:pt x="970292" y="1362045"/>
                    <a:pt x="889153" y="1477757"/>
                    <a:pt x="862342" y="1541962"/>
                  </a:cubicBezTo>
                  <a:cubicBezTo>
                    <a:pt x="835531" y="1606167"/>
                    <a:pt x="857402" y="1628040"/>
                    <a:pt x="845408" y="1635095"/>
                  </a:cubicBezTo>
                  <a:cubicBezTo>
                    <a:pt x="833414" y="1642150"/>
                    <a:pt x="838353" y="1594878"/>
                    <a:pt x="790375" y="1584295"/>
                  </a:cubicBezTo>
                  <a:cubicBezTo>
                    <a:pt x="742397" y="1573712"/>
                    <a:pt x="646442" y="1595584"/>
                    <a:pt x="557542" y="1571595"/>
                  </a:cubicBezTo>
                  <a:cubicBezTo>
                    <a:pt x="468642" y="1547606"/>
                    <a:pt x="338820" y="1509506"/>
                    <a:pt x="256975" y="1440362"/>
                  </a:cubicBezTo>
                  <a:cubicBezTo>
                    <a:pt x="175130" y="1371218"/>
                    <a:pt x="108103" y="1247040"/>
                    <a:pt x="66475" y="1156729"/>
                  </a:cubicBezTo>
                  <a:cubicBezTo>
                    <a:pt x="24847" y="1066418"/>
                    <a:pt x="14969" y="992334"/>
                    <a:pt x="7208" y="898495"/>
                  </a:cubicBezTo>
                  <a:cubicBezTo>
                    <a:pt x="-553" y="804656"/>
                    <a:pt x="-8314" y="684006"/>
                    <a:pt x="19908" y="593695"/>
                  </a:cubicBezTo>
                  <a:cubicBezTo>
                    <a:pt x="48130" y="503384"/>
                    <a:pt x="118686" y="401784"/>
                    <a:pt x="176542" y="356629"/>
                  </a:cubicBezTo>
                  <a:cubicBezTo>
                    <a:pt x="234398" y="311474"/>
                    <a:pt x="352225" y="336873"/>
                    <a:pt x="367042" y="322762"/>
                  </a:cubicBezTo>
                  <a:cubicBezTo>
                    <a:pt x="381859" y="308651"/>
                    <a:pt x="295075" y="277606"/>
                    <a:pt x="265442" y="271962"/>
                  </a:cubicBezTo>
                  <a:cubicBezTo>
                    <a:pt x="235809" y="266318"/>
                    <a:pt x="192770" y="310767"/>
                    <a:pt x="189242" y="288895"/>
                  </a:cubicBezTo>
                  <a:cubicBezTo>
                    <a:pt x="185714" y="267023"/>
                    <a:pt x="244981" y="142845"/>
                    <a:pt x="269675" y="98395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B1406617-E5F8-D35B-A14C-8E41AC160574}"/>
                </a:ext>
              </a:extLst>
            </p:cNvPr>
            <p:cNvSpPr/>
            <p:nvPr/>
          </p:nvSpPr>
          <p:spPr>
            <a:xfrm>
              <a:off x="9605433" y="4315899"/>
              <a:ext cx="304800" cy="370401"/>
            </a:xfrm>
            <a:custGeom>
              <a:avLst/>
              <a:gdLst>
                <a:gd name="connsiteX0" fmla="*/ 0 w 304800"/>
                <a:gd name="connsiteY0" fmla="*/ 19034 h 370401"/>
                <a:gd name="connsiteX1" fmla="*/ 97367 w 304800"/>
                <a:gd name="connsiteY1" fmla="*/ 2101 h 370401"/>
                <a:gd name="connsiteX2" fmla="*/ 220134 w 304800"/>
                <a:gd name="connsiteY2" fmla="*/ 61368 h 370401"/>
                <a:gd name="connsiteX3" fmla="*/ 275167 w 304800"/>
                <a:gd name="connsiteY3" fmla="*/ 141801 h 370401"/>
                <a:gd name="connsiteX4" fmla="*/ 304800 w 304800"/>
                <a:gd name="connsiteY4" fmla="*/ 370401 h 370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0" h="370401">
                  <a:moveTo>
                    <a:pt x="0" y="19034"/>
                  </a:moveTo>
                  <a:cubicBezTo>
                    <a:pt x="30339" y="7039"/>
                    <a:pt x="60678" y="-4955"/>
                    <a:pt x="97367" y="2101"/>
                  </a:cubicBezTo>
                  <a:cubicBezTo>
                    <a:pt x="134056" y="9157"/>
                    <a:pt x="190501" y="38085"/>
                    <a:pt x="220134" y="61368"/>
                  </a:cubicBezTo>
                  <a:cubicBezTo>
                    <a:pt x="249767" y="84651"/>
                    <a:pt x="261056" y="90296"/>
                    <a:pt x="275167" y="141801"/>
                  </a:cubicBezTo>
                  <a:cubicBezTo>
                    <a:pt x="289278" y="193306"/>
                    <a:pt x="297039" y="281853"/>
                    <a:pt x="304800" y="37040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449C9B89-0726-6D01-88B6-FB1640888935}"/>
                </a:ext>
              </a:extLst>
            </p:cNvPr>
            <p:cNvSpPr/>
            <p:nvPr/>
          </p:nvSpPr>
          <p:spPr>
            <a:xfrm>
              <a:off x="9475451" y="4668428"/>
              <a:ext cx="396682" cy="794243"/>
            </a:xfrm>
            <a:custGeom>
              <a:avLst/>
              <a:gdLst>
                <a:gd name="connsiteX0" fmla="*/ 396682 w 396682"/>
                <a:gd name="connsiteY0" fmla="*/ 22105 h 794243"/>
                <a:gd name="connsiteX1" fmla="*/ 134216 w 396682"/>
                <a:gd name="connsiteY1" fmla="*/ 5172 h 794243"/>
                <a:gd name="connsiteX2" fmla="*/ 19916 w 396682"/>
                <a:gd name="connsiteY2" fmla="*/ 102539 h 794243"/>
                <a:gd name="connsiteX3" fmla="*/ 2982 w 396682"/>
                <a:gd name="connsiteY3" fmla="*/ 259172 h 794243"/>
                <a:gd name="connsiteX4" fmla="*/ 53782 w 396682"/>
                <a:gd name="connsiteY4" fmla="*/ 390405 h 794243"/>
                <a:gd name="connsiteX5" fmla="*/ 19916 w 396682"/>
                <a:gd name="connsiteY5" fmla="*/ 530105 h 794243"/>
                <a:gd name="connsiteX6" fmla="*/ 79182 w 396682"/>
                <a:gd name="connsiteY6" fmla="*/ 703672 h 794243"/>
                <a:gd name="connsiteX7" fmla="*/ 210416 w 396682"/>
                <a:gd name="connsiteY7" fmla="*/ 792572 h 794243"/>
                <a:gd name="connsiteX8" fmla="*/ 341649 w 396682"/>
                <a:gd name="connsiteY8" fmla="*/ 754472 h 794243"/>
                <a:gd name="connsiteX9" fmla="*/ 396682 w 396682"/>
                <a:gd name="connsiteY9" fmla="*/ 665572 h 794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6682" h="794243">
                  <a:moveTo>
                    <a:pt x="396682" y="22105"/>
                  </a:moveTo>
                  <a:cubicBezTo>
                    <a:pt x="296846" y="6935"/>
                    <a:pt x="197010" y="-8234"/>
                    <a:pt x="134216" y="5172"/>
                  </a:cubicBezTo>
                  <a:cubicBezTo>
                    <a:pt x="71422" y="18578"/>
                    <a:pt x="41788" y="60206"/>
                    <a:pt x="19916" y="102539"/>
                  </a:cubicBezTo>
                  <a:cubicBezTo>
                    <a:pt x="-1956" y="144872"/>
                    <a:pt x="-2662" y="211194"/>
                    <a:pt x="2982" y="259172"/>
                  </a:cubicBezTo>
                  <a:cubicBezTo>
                    <a:pt x="8626" y="307150"/>
                    <a:pt x="50960" y="345250"/>
                    <a:pt x="53782" y="390405"/>
                  </a:cubicBezTo>
                  <a:cubicBezTo>
                    <a:pt x="56604" y="435560"/>
                    <a:pt x="15683" y="477894"/>
                    <a:pt x="19916" y="530105"/>
                  </a:cubicBezTo>
                  <a:cubicBezTo>
                    <a:pt x="24149" y="582316"/>
                    <a:pt x="47432" y="659928"/>
                    <a:pt x="79182" y="703672"/>
                  </a:cubicBezTo>
                  <a:cubicBezTo>
                    <a:pt x="110932" y="747416"/>
                    <a:pt x="166671" y="784105"/>
                    <a:pt x="210416" y="792572"/>
                  </a:cubicBezTo>
                  <a:cubicBezTo>
                    <a:pt x="254161" y="801039"/>
                    <a:pt x="310605" y="775639"/>
                    <a:pt x="341649" y="754472"/>
                  </a:cubicBezTo>
                  <a:cubicBezTo>
                    <a:pt x="372693" y="733305"/>
                    <a:pt x="384687" y="699438"/>
                    <a:pt x="396682" y="66557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F73C889A-0E97-8C90-7E66-541AAE4AAB0E}"/>
                </a:ext>
              </a:extLst>
            </p:cNvPr>
            <p:cNvSpPr/>
            <p:nvPr/>
          </p:nvSpPr>
          <p:spPr>
            <a:xfrm>
              <a:off x="9307679" y="5468363"/>
              <a:ext cx="361254" cy="255104"/>
            </a:xfrm>
            <a:custGeom>
              <a:avLst/>
              <a:gdLst>
                <a:gd name="connsiteX0" fmla="*/ 272354 w 361254"/>
                <a:gd name="connsiteY0" fmla="*/ 255104 h 255104"/>
                <a:gd name="connsiteX1" fmla="*/ 259654 w 361254"/>
                <a:gd name="connsiteY1" fmla="*/ 157737 h 255104"/>
                <a:gd name="connsiteX2" fmla="*/ 149588 w 361254"/>
                <a:gd name="connsiteY2" fmla="*/ 98470 h 255104"/>
                <a:gd name="connsiteX3" fmla="*/ 86088 w 361254"/>
                <a:gd name="connsiteY3" fmla="*/ 102704 h 255104"/>
                <a:gd name="connsiteX4" fmla="*/ 56454 w 361254"/>
                <a:gd name="connsiteY4" fmla="*/ 77304 h 255104"/>
                <a:gd name="connsiteX5" fmla="*/ 1421 w 361254"/>
                <a:gd name="connsiteY5" fmla="*/ 98470 h 255104"/>
                <a:gd name="connsiteX6" fmla="*/ 119954 w 361254"/>
                <a:gd name="connsiteY6" fmla="*/ 13804 h 255104"/>
                <a:gd name="connsiteX7" fmla="*/ 361254 w 361254"/>
                <a:gd name="connsiteY7" fmla="*/ 1104 h 25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1254" h="255104">
                  <a:moveTo>
                    <a:pt x="272354" y="255104"/>
                  </a:moveTo>
                  <a:cubicBezTo>
                    <a:pt x="276234" y="219473"/>
                    <a:pt x="280115" y="183843"/>
                    <a:pt x="259654" y="157737"/>
                  </a:cubicBezTo>
                  <a:cubicBezTo>
                    <a:pt x="239193" y="131631"/>
                    <a:pt x="178516" y="107642"/>
                    <a:pt x="149588" y="98470"/>
                  </a:cubicBezTo>
                  <a:cubicBezTo>
                    <a:pt x="120660" y="89298"/>
                    <a:pt x="101610" y="106232"/>
                    <a:pt x="86088" y="102704"/>
                  </a:cubicBezTo>
                  <a:cubicBezTo>
                    <a:pt x="70566" y="99176"/>
                    <a:pt x="70565" y="78010"/>
                    <a:pt x="56454" y="77304"/>
                  </a:cubicBezTo>
                  <a:cubicBezTo>
                    <a:pt x="42343" y="76598"/>
                    <a:pt x="-9162" y="109053"/>
                    <a:pt x="1421" y="98470"/>
                  </a:cubicBezTo>
                  <a:cubicBezTo>
                    <a:pt x="12004" y="87887"/>
                    <a:pt x="59982" y="30032"/>
                    <a:pt x="119954" y="13804"/>
                  </a:cubicBezTo>
                  <a:cubicBezTo>
                    <a:pt x="179926" y="-2424"/>
                    <a:pt x="270590" y="-660"/>
                    <a:pt x="361254" y="110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CC8AAF5C-D7F3-7A14-FE0C-1838338572F2}"/>
                </a:ext>
              </a:extLst>
            </p:cNvPr>
            <p:cNvSpPr/>
            <p:nvPr/>
          </p:nvSpPr>
          <p:spPr>
            <a:xfrm>
              <a:off x="9583409" y="4398118"/>
              <a:ext cx="575038" cy="1382429"/>
            </a:xfrm>
            <a:custGeom>
              <a:avLst/>
              <a:gdLst>
                <a:gd name="connsiteX0" fmla="*/ 305658 w 575038"/>
                <a:gd name="connsiteY0" fmla="*/ 21482 h 1382429"/>
                <a:gd name="connsiteX1" fmla="*/ 462291 w 575038"/>
                <a:gd name="connsiteY1" fmla="*/ 8782 h 1382429"/>
                <a:gd name="connsiteX2" fmla="*/ 572358 w 575038"/>
                <a:gd name="connsiteY2" fmla="*/ 135782 h 1382429"/>
                <a:gd name="connsiteX3" fmla="*/ 534258 w 575038"/>
                <a:gd name="connsiteY3" fmla="*/ 372849 h 1382429"/>
                <a:gd name="connsiteX4" fmla="*/ 458058 w 575038"/>
                <a:gd name="connsiteY4" fmla="*/ 491382 h 1382429"/>
                <a:gd name="connsiteX5" fmla="*/ 424191 w 575038"/>
                <a:gd name="connsiteY5" fmla="*/ 1050182 h 1382429"/>
                <a:gd name="connsiteX6" fmla="*/ 326824 w 575038"/>
                <a:gd name="connsiteY6" fmla="*/ 1329582 h 1382429"/>
                <a:gd name="connsiteX7" fmla="*/ 119391 w 575038"/>
                <a:gd name="connsiteY7" fmla="*/ 1367682 h 1382429"/>
                <a:gd name="connsiteX8" fmla="*/ 858 w 575038"/>
                <a:gd name="connsiteY8" fmla="*/ 1156015 h 1382429"/>
                <a:gd name="connsiteX9" fmla="*/ 68591 w 575038"/>
                <a:gd name="connsiteY9" fmla="*/ 1122149 h 1382429"/>
                <a:gd name="connsiteX10" fmla="*/ 119391 w 575038"/>
                <a:gd name="connsiteY10" fmla="*/ 1244915 h 1382429"/>
                <a:gd name="connsiteX11" fmla="*/ 237924 w 575038"/>
                <a:gd name="connsiteY11" fmla="*/ 1283015 h 1382429"/>
                <a:gd name="connsiteX12" fmla="*/ 297191 w 575038"/>
                <a:gd name="connsiteY12" fmla="*/ 1164482 h 1382429"/>
                <a:gd name="connsiteX13" fmla="*/ 356458 w 575038"/>
                <a:gd name="connsiteY13" fmla="*/ 504082 h 1382429"/>
                <a:gd name="connsiteX14" fmla="*/ 360691 w 575038"/>
                <a:gd name="connsiteY14" fmla="*/ 419415 h 1382429"/>
                <a:gd name="connsiteX15" fmla="*/ 445358 w 575038"/>
                <a:gd name="connsiteY15" fmla="*/ 334749 h 1382429"/>
                <a:gd name="connsiteX16" fmla="*/ 491924 w 575038"/>
                <a:gd name="connsiteY16" fmla="*/ 233149 h 1382429"/>
                <a:gd name="connsiteX17" fmla="*/ 474991 w 575038"/>
                <a:gd name="connsiteY17" fmla="*/ 135782 h 1382429"/>
                <a:gd name="connsiteX18" fmla="*/ 407258 w 575038"/>
                <a:gd name="connsiteY18" fmla="*/ 93449 h 1382429"/>
                <a:gd name="connsiteX19" fmla="*/ 339524 w 575038"/>
                <a:gd name="connsiteY19" fmla="*/ 106149 h 1382429"/>
                <a:gd name="connsiteX20" fmla="*/ 305658 w 575038"/>
                <a:gd name="connsiteY20" fmla="*/ 21482 h 138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5038" h="1382429">
                  <a:moveTo>
                    <a:pt x="305658" y="21482"/>
                  </a:moveTo>
                  <a:cubicBezTo>
                    <a:pt x="326119" y="5254"/>
                    <a:pt x="417841" y="-10268"/>
                    <a:pt x="462291" y="8782"/>
                  </a:cubicBezTo>
                  <a:cubicBezTo>
                    <a:pt x="506741" y="27832"/>
                    <a:pt x="560364" y="75104"/>
                    <a:pt x="572358" y="135782"/>
                  </a:cubicBezTo>
                  <a:cubicBezTo>
                    <a:pt x="584352" y="196460"/>
                    <a:pt x="553308" y="313582"/>
                    <a:pt x="534258" y="372849"/>
                  </a:cubicBezTo>
                  <a:cubicBezTo>
                    <a:pt x="515208" y="432116"/>
                    <a:pt x="476402" y="378493"/>
                    <a:pt x="458058" y="491382"/>
                  </a:cubicBezTo>
                  <a:cubicBezTo>
                    <a:pt x="439714" y="604271"/>
                    <a:pt x="446063" y="910482"/>
                    <a:pt x="424191" y="1050182"/>
                  </a:cubicBezTo>
                  <a:cubicBezTo>
                    <a:pt x="402319" y="1189882"/>
                    <a:pt x="377624" y="1276665"/>
                    <a:pt x="326824" y="1329582"/>
                  </a:cubicBezTo>
                  <a:cubicBezTo>
                    <a:pt x="276024" y="1382499"/>
                    <a:pt x="173719" y="1396610"/>
                    <a:pt x="119391" y="1367682"/>
                  </a:cubicBezTo>
                  <a:cubicBezTo>
                    <a:pt x="65063" y="1338754"/>
                    <a:pt x="9325" y="1196937"/>
                    <a:pt x="858" y="1156015"/>
                  </a:cubicBezTo>
                  <a:cubicBezTo>
                    <a:pt x="-7609" y="1115093"/>
                    <a:pt x="48835" y="1107332"/>
                    <a:pt x="68591" y="1122149"/>
                  </a:cubicBezTo>
                  <a:cubicBezTo>
                    <a:pt x="88346" y="1136966"/>
                    <a:pt x="91169" y="1218104"/>
                    <a:pt x="119391" y="1244915"/>
                  </a:cubicBezTo>
                  <a:cubicBezTo>
                    <a:pt x="147613" y="1271726"/>
                    <a:pt x="208291" y="1296420"/>
                    <a:pt x="237924" y="1283015"/>
                  </a:cubicBezTo>
                  <a:cubicBezTo>
                    <a:pt x="267557" y="1269610"/>
                    <a:pt x="277435" y="1294304"/>
                    <a:pt x="297191" y="1164482"/>
                  </a:cubicBezTo>
                  <a:cubicBezTo>
                    <a:pt x="316947" y="1034660"/>
                    <a:pt x="345875" y="628260"/>
                    <a:pt x="356458" y="504082"/>
                  </a:cubicBezTo>
                  <a:cubicBezTo>
                    <a:pt x="367041" y="379904"/>
                    <a:pt x="345874" y="447637"/>
                    <a:pt x="360691" y="419415"/>
                  </a:cubicBezTo>
                  <a:cubicBezTo>
                    <a:pt x="375508" y="391193"/>
                    <a:pt x="423486" y="365793"/>
                    <a:pt x="445358" y="334749"/>
                  </a:cubicBezTo>
                  <a:cubicBezTo>
                    <a:pt x="467230" y="303705"/>
                    <a:pt x="486985" y="266310"/>
                    <a:pt x="491924" y="233149"/>
                  </a:cubicBezTo>
                  <a:cubicBezTo>
                    <a:pt x="496863" y="199988"/>
                    <a:pt x="489102" y="159065"/>
                    <a:pt x="474991" y="135782"/>
                  </a:cubicBezTo>
                  <a:cubicBezTo>
                    <a:pt x="460880" y="112499"/>
                    <a:pt x="429836" y="98388"/>
                    <a:pt x="407258" y="93449"/>
                  </a:cubicBezTo>
                  <a:cubicBezTo>
                    <a:pt x="384680" y="88510"/>
                    <a:pt x="355752" y="118849"/>
                    <a:pt x="339524" y="106149"/>
                  </a:cubicBezTo>
                  <a:cubicBezTo>
                    <a:pt x="323296" y="93449"/>
                    <a:pt x="285197" y="37710"/>
                    <a:pt x="305658" y="21482"/>
                  </a:cubicBez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D469FC24-4112-AC34-A153-E3040D3FA5A7}"/>
                </a:ext>
              </a:extLst>
            </p:cNvPr>
            <p:cNvSpPr/>
            <p:nvPr/>
          </p:nvSpPr>
          <p:spPr>
            <a:xfrm>
              <a:off x="10028767" y="4891682"/>
              <a:ext cx="311249" cy="934503"/>
            </a:xfrm>
            <a:custGeom>
              <a:avLst/>
              <a:gdLst>
                <a:gd name="connsiteX0" fmla="*/ 33866 w 311249"/>
                <a:gd name="connsiteY0" fmla="*/ 6285 h 934503"/>
                <a:gd name="connsiteX1" fmla="*/ 63500 w 311249"/>
                <a:gd name="connsiteY1" fmla="*/ 65551 h 934503"/>
                <a:gd name="connsiteX2" fmla="*/ 143933 w 311249"/>
                <a:gd name="connsiteY2" fmla="*/ 90951 h 934503"/>
                <a:gd name="connsiteX3" fmla="*/ 203200 w 311249"/>
                <a:gd name="connsiteY3" fmla="*/ 65551 h 934503"/>
                <a:gd name="connsiteX4" fmla="*/ 241300 w 311249"/>
                <a:gd name="connsiteY4" fmla="*/ 2051 h 934503"/>
                <a:gd name="connsiteX5" fmla="*/ 270933 w 311249"/>
                <a:gd name="connsiteY5" fmla="*/ 150218 h 934503"/>
                <a:gd name="connsiteX6" fmla="*/ 309033 w 311249"/>
                <a:gd name="connsiteY6" fmla="*/ 251818 h 934503"/>
                <a:gd name="connsiteX7" fmla="*/ 300566 w 311249"/>
                <a:gd name="connsiteY7" fmla="*/ 450785 h 934503"/>
                <a:gd name="connsiteX8" fmla="*/ 249766 w 311249"/>
                <a:gd name="connsiteY8" fmla="*/ 641285 h 934503"/>
                <a:gd name="connsiteX9" fmla="*/ 122766 w 311249"/>
                <a:gd name="connsiteY9" fmla="*/ 907985 h 934503"/>
                <a:gd name="connsiteX10" fmla="*/ 0 w 311249"/>
                <a:gd name="connsiteY10" fmla="*/ 924918 h 934503"/>
                <a:gd name="connsiteX11" fmla="*/ 0 w 311249"/>
                <a:gd name="connsiteY11" fmla="*/ 924918 h 934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1249" h="934503">
                  <a:moveTo>
                    <a:pt x="33866" y="6285"/>
                  </a:moveTo>
                  <a:cubicBezTo>
                    <a:pt x="39511" y="28862"/>
                    <a:pt x="45156" y="51440"/>
                    <a:pt x="63500" y="65551"/>
                  </a:cubicBezTo>
                  <a:cubicBezTo>
                    <a:pt x="81844" y="79662"/>
                    <a:pt x="120650" y="90951"/>
                    <a:pt x="143933" y="90951"/>
                  </a:cubicBezTo>
                  <a:cubicBezTo>
                    <a:pt x="167216" y="90951"/>
                    <a:pt x="186972" y="80368"/>
                    <a:pt x="203200" y="65551"/>
                  </a:cubicBezTo>
                  <a:cubicBezTo>
                    <a:pt x="219428" y="50734"/>
                    <a:pt x="230011" y="-12060"/>
                    <a:pt x="241300" y="2051"/>
                  </a:cubicBezTo>
                  <a:cubicBezTo>
                    <a:pt x="252589" y="16162"/>
                    <a:pt x="259644" y="108590"/>
                    <a:pt x="270933" y="150218"/>
                  </a:cubicBezTo>
                  <a:cubicBezTo>
                    <a:pt x="282222" y="191846"/>
                    <a:pt x="304094" y="201724"/>
                    <a:pt x="309033" y="251818"/>
                  </a:cubicBezTo>
                  <a:cubicBezTo>
                    <a:pt x="313972" y="301912"/>
                    <a:pt x="310444" y="385874"/>
                    <a:pt x="300566" y="450785"/>
                  </a:cubicBezTo>
                  <a:cubicBezTo>
                    <a:pt x="290688" y="515696"/>
                    <a:pt x="279399" y="565085"/>
                    <a:pt x="249766" y="641285"/>
                  </a:cubicBezTo>
                  <a:cubicBezTo>
                    <a:pt x="220133" y="717485"/>
                    <a:pt x="164394" y="860713"/>
                    <a:pt x="122766" y="907985"/>
                  </a:cubicBezTo>
                  <a:cubicBezTo>
                    <a:pt x="81138" y="955257"/>
                    <a:pt x="0" y="924918"/>
                    <a:pt x="0" y="924918"/>
                  </a:cubicBezTo>
                  <a:lnTo>
                    <a:pt x="0" y="92491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59102AF0-2233-E837-5D3C-524B6FC3833E}"/>
                </a:ext>
              </a:extLst>
            </p:cNvPr>
            <p:cNvSpPr/>
            <p:nvPr/>
          </p:nvSpPr>
          <p:spPr>
            <a:xfrm>
              <a:off x="9842500" y="5617113"/>
              <a:ext cx="351527" cy="233354"/>
            </a:xfrm>
            <a:custGeom>
              <a:avLst/>
              <a:gdLst>
                <a:gd name="connsiteX0" fmla="*/ 143933 w 351527"/>
                <a:gd name="connsiteY0" fmla="*/ 4754 h 233354"/>
                <a:gd name="connsiteX1" fmla="*/ 182033 w 351527"/>
                <a:gd name="connsiteY1" fmla="*/ 72487 h 233354"/>
                <a:gd name="connsiteX2" fmla="*/ 292100 w 351527"/>
                <a:gd name="connsiteY2" fmla="*/ 59787 h 233354"/>
                <a:gd name="connsiteX3" fmla="*/ 351367 w 351527"/>
                <a:gd name="connsiteY3" fmla="*/ 520 h 233354"/>
                <a:gd name="connsiteX4" fmla="*/ 304800 w 351527"/>
                <a:gd name="connsiteY4" fmla="*/ 97887 h 233354"/>
                <a:gd name="connsiteX5" fmla="*/ 173567 w 351527"/>
                <a:gd name="connsiteY5" fmla="*/ 123287 h 233354"/>
                <a:gd name="connsiteX6" fmla="*/ 122767 w 351527"/>
                <a:gd name="connsiteY6" fmla="*/ 102120 h 233354"/>
                <a:gd name="connsiteX7" fmla="*/ 97367 w 351527"/>
                <a:gd name="connsiteY7" fmla="*/ 135987 h 233354"/>
                <a:gd name="connsiteX8" fmla="*/ 169333 w 351527"/>
                <a:gd name="connsiteY8" fmla="*/ 220654 h 233354"/>
                <a:gd name="connsiteX9" fmla="*/ 76200 w 351527"/>
                <a:gd name="connsiteY9" fmla="*/ 174087 h 233354"/>
                <a:gd name="connsiteX10" fmla="*/ 0 w 351527"/>
                <a:gd name="connsiteY10" fmla="*/ 233354 h 23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1527" h="233354">
                  <a:moveTo>
                    <a:pt x="143933" y="4754"/>
                  </a:moveTo>
                  <a:cubicBezTo>
                    <a:pt x="150636" y="34034"/>
                    <a:pt x="157339" y="63315"/>
                    <a:pt x="182033" y="72487"/>
                  </a:cubicBezTo>
                  <a:cubicBezTo>
                    <a:pt x="206728" y="81659"/>
                    <a:pt x="263878" y="71782"/>
                    <a:pt x="292100" y="59787"/>
                  </a:cubicBezTo>
                  <a:cubicBezTo>
                    <a:pt x="320322" y="47793"/>
                    <a:pt x="349250" y="-5830"/>
                    <a:pt x="351367" y="520"/>
                  </a:cubicBezTo>
                  <a:cubicBezTo>
                    <a:pt x="353484" y="6870"/>
                    <a:pt x="334433" y="77426"/>
                    <a:pt x="304800" y="97887"/>
                  </a:cubicBezTo>
                  <a:cubicBezTo>
                    <a:pt x="275167" y="118348"/>
                    <a:pt x="203906" y="122582"/>
                    <a:pt x="173567" y="123287"/>
                  </a:cubicBezTo>
                  <a:cubicBezTo>
                    <a:pt x="143228" y="123992"/>
                    <a:pt x="135467" y="100003"/>
                    <a:pt x="122767" y="102120"/>
                  </a:cubicBezTo>
                  <a:cubicBezTo>
                    <a:pt x="110067" y="104237"/>
                    <a:pt x="89606" y="116231"/>
                    <a:pt x="97367" y="135987"/>
                  </a:cubicBezTo>
                  <a:cubicBezTo>
                    <a:pt x="105128" y="155743"/>
                    <a:pt x="172861" y="214304"/>
                    <a:pt x="169333" y="220654"/>
                  </a:cubicBezTo>
                  <a:cubicBezTo>
                    <a:pt x="165805" y="227004"/>
                    <a:pt x="104422" y="171970"/>
                    <a:pt x="76200" y="174087"/>
                  </a:cubicBezTo>
                  <a:cubicBezTo>
                    <a:pt x="47978" y="176204"/>
                    <a:pt x="23989" y="204779"/>
                    <a:pt x="0" y="23335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7223726C-F960-0026-2827-D0BCD2B20F7F}"/>
                </a:ext>
              </a:extLst>
            </p:cNvPr>
            <p:cNvSpPr/>
            <p:nvPr/>
          </p:nvSpPr>
          <p:spPr>
            <a:xfrm>
              <a:off x="9414933" y="5761567"/>
              <a:ext cx="177800" cy="211666"/>
            </a:xfrm>
            <a:custGeom>
              <a:avLst/>
              <a:gdLst>
                <a:gd name="connsiteX0" fmla="*/ 177800 w 177800"/>
                <a:gd name="connsiteY0" fmla="*/ 0 h 211666"/>
                <a:gd name="connsiteX1" fmla="*/ 0 w 177800"/>
                <a:gd name="connsiteY1" fmla="*/ 211666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7800" h="211666">
                  <a:moveTo>
                    <a:pt x="177800" y="0"/>
                  </a:moveTo>
                  <a:lnTo>
                    <a:pt x="0" y="211666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345227E9-DC73-03C0-3CBA-C496A589364A}"/>
                </a:ext>
              </a:extLst>
            </p:cNvPr>
            <p:cNvSpPr/>
            <p:nvPr/>
          </p:nvSpPr>
          <p:spPr>
            <a:xfrm>
              <a:off x="9338733" y="5753100"/>
              <a:ext cx="258234" cy="169333"/>
            </a:xfrm>
            <a:custGeom>
              <a:avLst/>
              <a:gdLst>
                <a:gd name="connsiteX0" fmla="*/ 0 w 258234"/>
                <a:gd name="connsiteY0" fmla="*/ 169333 h 169333"/>
                <a:gd name="connsiteX1" fmla="*/ 258234 w 258234"/>
                <a:gd name="connsiteY1" fmla="*/ 0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234" h="169333">
                  <a:moveTo>
                    <a:pt x="0" y="169333"/>
                  </a:moveTo>
                  <a:lnTo>
                    <a:pt x="258234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11EF02D5-05C7-93BC-47C6-F6CC6A0D26BF}"/>
                </a:ext>
              </a:extLst>
            </p:cNvPr>
            <p:cNvSpPr/>
            <p:nvPr/>
          </p:nvSpPr>
          <p:spPr>
            <a:xfrm>
              <a:off x="8890000" y="4308014"/>
              <a:ext cx="673100" cy="77719"/>
            </a:xfrm>
            <a:custGeom>
              <a:avLst/>
              <a:gdLst>
                <a:gd name="connsiteX0" fmla="*/ 673100 w 673100"/>
                <a:gd name="connsiteY0" fmla="*/ 77719 h 77719"/>
                <a:gd name="connsiteX1" fmla="*/ 330200 w 673100"/>
                <a:gd name="connsiteY1" fmla="*/ 22686 h 77719"/>
                <a:gd name="connsiteX2" fmla="*/ 67733 w 673100"/>
                <a:gd name="connsiteY2" fmla="*/ 1519 h 77719"/>
                <a:gd name="connsiteX3" fmla="*/ 0 w 673100"/>
                <a:gd name="connsiteY3" fmla="*/ 60786 h 77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100" h="77719">
                  <a:moveTo>
                    <a:pt x="673100" y="77719"/>
                  </a:moveTo>
                  <a:cubicBezTo>
                    <a:pt x="552097" y="56552"/>
                    <a:pt x="431095" y="35386"/>
                    <a:pt x="330200" y="22686"/>
                  </a:cubicBezTo>
                  <a:cubicBezTo>
                    <a:pt x="229305" y="9986"/>
                    <a:pt x="122766" y="-4831"/>
                    <a:pt x="67733" y="1519"/>
                  </a:cubicBezTo>
                  <a:cubicBezTo>
                    <a:pt x="12700" y="7869"/>
                    <a:pt x="6350" y="34327"/>
                    <a:pt x="0" y="6078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8FA4A20A-4B2D-8664-BC13-0BBE06C32C8D}"/>
                </a:ext>
              </a:extLst>
            </p:cNvPr>
            <p:cNvSpPr/>
            <p:nvPr/>
          </p:nvSpPr>
          <p:spPr>
            <a:xfrm>
              <a:off x="9211733" y="4452271"/>
              <a:ext cx="317500" cy="339862"/>
            </a:xfrm>
            <a:custGeom>
              <a:avLst/>
              <a:gdLst>
                <a:gd name="connsiteX0" fmla="*/ 317500 w 317500"/>
                <a:gd name="connsiteY0" fmla="*/ 5429 h 339862"/>
                <a:gd name="connsiteX1" fmla="*/ 186267 w 317500"/>
                <a:gd name="connsiteY1" fmla="*/ 9662 h 339862"/>
                <a:gd name="connsiteX2" fmla="*/ 76200 w 317500"/>
                <a:gd name="connsiteY2" fmla="*/ 94329 h 339862"/>
                <a:gd name="connsiteX3" fmla="*/ 0 w 317500"/>
                <a:gd name="connsiteY3" fmla="*/ 339862 h 339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0" h="339862">
                  <a:moveTo>
                    <a:pt x="317500" y="5429"/>
                  </a:moveTo>
                  <a:cubicBezTo>
                    <a:pt x="271992" y="137"/>
                    <a:pt x="226484" y="-5155"/>
                    <a:pt x="186267" y="9662"/>
                  </a:cubicBezTo>
                  <a:cubicBezTo>
                    <a:pt x="146050" y="24479"/>
                    <a:pt x="107244" y="39296"/>
                    <a:pt x="76200" y="94329"/>
                  </a:cubicBezTo>
                  <a:cubicBezTo>
                    <a:pt x="45156" y="149362"/>
                    <a:pt x="22578" y="244612"/>
                    <a:pt x="0" y="33986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4" name="Freeform 1023">
              <a:extLst>
                <a:ext uri="{FF2B5EF4-FFF2-40B4-BE49-F238E27FC236}">
                  <a16:creationId xmlns:a16="http://schemas.microsoft.com/office/drawing/2014/main" id="{1B8B0F9A-B4BC-1ACC-5C21-E72454571DC1}"/>
                </a:ext>
              </a:extLst>
            </p:cNvPr>
            <p:cNvSpPr/>
            <p:nvPr/>
          </p:nvSpPr>
          <p:spPr>
            <a:xfrm>
              <a:off x="9181835" y="4378625"/>
              <a:ext cx="368565" cy="189170"/>
            </a:xfrm>
            <a:custGeom>
              <a:avLst/>
              <a:gdLst>
                <a:gd name="connsiteX0" fmla="*/ 368565 w 368565"/>
                <a:gd name="connsiteY0" fmla="*/ 11342 h 189170"/>
                <a:gd name="connsiteX1" fmla="*/ 241565 w 368565"/>
                <a:gd name="connsiteY1" fmla="*/ 32508 h 189170"/>
                <a:gd name="connsiteX2" fmla="*/ 144198 w 368565"/>
                <a:gd name="connsiteY2" fmla="*/ 2875 h 189170"/>
                <a:gd name="connsiteX3" fmla="*/ 8732 w 368565"/>
                <a:gd name="connsiteY3" fmla="*/ 117175 h 189170"/>
                <a:gd name="connsiteX4" fmla="*/ 12965 w 368565"/>
                <a:gd name="connsiteY4" fmla="*/ 184908 h 189170"/>
                <a:gd name="connsiteX5" fmla="*/ 8732 w 368565"/>
                <a:gd name="connsiteY5" fmla="*/ 176442 h 189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8565" h="189170">
                  <a:moveTo>
                    <a:pt x="368565" y="11342"/>
                  </a:moveTo>
                  <a:cubicBezTo>
                    <a:pt x="323762" y="22630"/>
                    <a:pt x="278959" y="33919"/>
                    <a:pt x="241565" y="32508"/>
                  </a:cubicBezTo>
                  <a:cubicBezTo>
                    <a:pt x="204170" y="31097"/>
                    <a:pt x="183003" y="-11236"/>
                    <a:pt x="144198" y="2875"/>
                  </a:cubicBezTo>
                  <a:cubicBezTo>
                    <a:pt x="105393" y="16986"/>
                    <a:pt x="30604" y="86836"/>
                    <a:pt x="8732" y="117175"/>
                  </a:cubicBezTo>
                  <a:cubicBezTo>
                    <a:pt x="-13140" y="147514"/>
                    <a:pt x="12965" y="184908"/>
                    <a:pt x="12965" y="184908"/>
                  </a:cubicBezTo>
                  <a:cubicBezTo>
                    <a:pt x="12965" y="194786"/>
                    <a:pt x="10848" y="185614"/>
                    <a:pt x="8732" y="17644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5" name="Freeform 1024">
              <a:extLst>
                <a:ext uri="{FF2B5EF4-FFF2-40B4-BE49-F238E27FC236}">
                  <a16:creationId xmlns:a16="http://schemas.microsoft.com/office/drawing/2014/main" id="{B18AA9FC-C73D-5D2D-AFE8-15F4E0FAF0F2}"/>
                </a:ext>
              </a:extLst>
            </p:cNvPr>
            <p:cNvSpPr/>
            <p:nvPr/>
          </p:nvSpPr>
          <p:spPr>
            <a:xfrm>
              <a:off x="8961967" y="4347633"/>
              <a:ext cx="448733" cy="84667"/>
            </a:xfrm>
            <a:custGeom>
              <a:avLst/>
              <a:gdLst>
                <a:gd name="connsiteX0" fmla="*/ 0 w 448733"/>
                <a:gd name="connsiteY0" fmla="*/ 84667 h 84667"/>
                <a:gd name="connsiteX1" fmla="*/ 55033 w 448733"/>
                <a:gd name="connsiteY1" fmla="*/ 38100 h 84667"/>
                <a:gd name="connsiteX2" fmla="*/ 232833 w 448733"/>
                <a:gd name="connsiteY2" fmla="*/ 0 h 84667"/>
                <a:gd name="connsiteX3" fmla="*/ 351366 w 448733"/>
                <a:gd name="connsiteY3" fmla="*/ 38100 h 84667"/>
                <a:gd name="connsiteX4" fmla="*/ 448733 w 448733"/>
                <a:gd name="connsiteY4" fmla="*/ 16934 h 84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8733" h="84667">
                  <a:moveTo>
                    <a:pt x="0" y="84667"/>
                  </a:moveTo>
                  <a:cubicBezTo>
                    <a:pt x="8114" y="68439"/>
                    <a:pt x="16228" y="52211"/>
                    <a:pt x="55033" y="38100"/>
                  </a:cubicBezTo>
                  <a:cubicBezTo>
                    <a:pt x="93838" y="23989"/>
                    <a:pt x="183444" y="0"/>
                    <a:pt x="232833" y="0"/>
                  </a:cubicBezTo>
                  <a:cubicBezTo>
                    <a:pt x="282222" y="0"/>
                    <a:pt x="315383" y="35278"/>
                    <a:pt x="351366" y="38100"/>
                  </a:cubicBezTo>
                  <a:cubicBezTo>
                    <a:pt x="387349" y="40922"/>
                    <a:pt x="418041" y="28928"/>
                    <a:pt x="448733" y="1693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6" name="Freeform 1025">
              <a:extLst>
                <a:ext uri="{FF2B5EF4-FFF2-40B4-BE49-F238E27FC236}">
                  <a16:creationId xmlns:a16="http://schemas.microsoft.com/office/drawing/2014/main" id="{A34A9FCB-4B7A-BE88-5062-183187185AF2}"/>
                </a:ext>
              </a:extLst>
            </p:cNvPr>
            <p:cNvSpPr/>
            <p:nvPr/>
          </p:nvSpPr>
          <p:spPr>
            <a:xfrm>
              <a:off x="9341815" y="4500033"/>
              <a:ext cx="43485" cy="220678"/>
            </a:xfrm>
            <a:custGeom>
              <a:avLst/>
              <a:gdLst>
                <a:gd name="connsiteX0" fmla="*/ 1152 w 43485"/>
                <a:gd name="connsiteY0" fmla="*/ 0 h 220678"/>
                <a:gd name="connsiteX1" fmla="*/ 5385 w 43485"/>
                <a:gd name="connsiteY1" fmla="*/ 190500 h 220678"/>
                <a:gd name="connsiteX2" fmla="*/ 43485 w 43485"/>
                <a:gd name="connsiteY2" fmla="*/ 220134 h 220678"/>
                <a:gd name="connsiteX3" fmla="*/ 43485 w 43485"/>
                <a:gd name="connsiteY3" fmla="*/ 220134 h 22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485" h="220678">
                  <a:moveTo>
                    <a:pt x="1152" y="0"/>
                  </a:moveTo>
                  <a:cubicBezTo>
                    <a:pt x="-260" y="76905"/>
                    <a:pt x="-1671" y="153811"/>
                    <a:pt x="5385" y="190500"/>
                  </a:cubicBezTo>
                  <a:cubicBezTo>
                    <a:pt x="12441" y="227189"/>
                    <a:pt x="43485" y="220134"/>
                    <a:pt x="43485" y="220134"/>
                  </a:cubicBezTo>
                  <a:lnTo>
                    <a:pt x="43485" y="22013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7" name="Freeform 1026">
              <a:extLst>
                <a:ext uri="{FF2B5EF4-FFF2-40B4-BE49-F238E27FC236}">
                  <a16:creationId xmlns:a16="http://schemas.microsoft.com/office/drawing/2014/main" id="{DEA0105D-FB3E-81A0-8C4F-4CD16C471BD3}"/>
                </a:ext>
              </a:extLst>
            </p:cNvPr>
            <p:cNvSpPr/>
            <p:nvPr/>
          </p:nvSpPr>
          <p:spPr>
            <a:xfrm>
              <a:off x="9041752" y="4351867"/>
              <a:ext cx="165748" cy="169333"/>
            </a:xfrm>
            <a:custGeom>
              <a:avLst/>
              <a:gdLst>
                <a:gd name="connsiteX0" fmla="*/ 165748 w 165748"/>
                <a:gd name="connsiteY0" fmla="*/ 0 h 169333"/>
                <a:gd name="connsiteX1" fmla="*/ 13348 w 165748"/>
                <a:gd name="connsiteY1" fmla="*/ 122766 h 169333"/>
                <a:gd name="connsiteX2" fmla="*/ 17581 w 165748"/>
                <a:gd name="connsiteY2" fmla="*/ 16933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748" h="169333">
                  <a:moveTo>
                    <a:pt x="165748" y="0"/>
                  </a:moveTo>
                  <a:cubicBezTo>
                    <a:pt x="101895" y="47272"/>
                    <a:pt x="38042" y="94544"/>
                    <a:pt x="13348" y="122766"/>
                  </a:cubicBezTo>
                  <a:cubicBezTo>
                    <a:pt x="-11347" y="150988"/>
                    <a:pt x="3117" y="160160"/>
                    <a:pt x="17581" y="169333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8" name="Freeform 1027">
              <a:extLst>
                <a:ext uri="{FF2B5EF4-FFF2-40B4-BE49-F238E27FC236}">
                  <a16:creationId xmlns:a16="http://schemas.microsoft.com/office/drawing/2014/main" id="{9B99BA11-E150-FC25-590C-B82EBCA1453C}"/>
                </a:ext>
              </a:extLst>
            </p:cNvPr>
            <p:cNvSpPr/>
            <p:nvPr/>
          </p:nvSpPr>
          <p:spPr>
            <a:xfrm>
              <a:off x="9122833" y="4406741"/>
              <a:ext cx="279400" cy="338826"/>
            </a:xfrm>
            <a:custGeom>
              <a:avLst/>
              <a:gdLst>
                <a:gd name="connsiteX0" fmla="*/ 279400 w 279400"/>
                <a:gd name="connsiteY0" fmla="*/ 4392 h 338826"/>
                <a:gd name="connsiteX1" fmla="*/ 177800 w 279400"/>
                <a:gd name="connsiteY1" fmla="*/ 46726 h 338826"/>
                <a:gd name="connsiteX2" fmla="*/ 0 w 279400"/>
                <a:gd name="connsiteY2" fmla="*/ 338826 h 338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9400" h="338826">
                  <a:moveTo>
                    <a:pt x="279400" y="4392"/>
                  </a:moveTo>
                  <a:cubicBezTo>
                    <a:pt x="251883" y="-2311"/>
                    <a:pt x="224367" y="-9013"/>
                    <a:pt x="177800" y="46726"/>
                  </a:cubicBezTo>
                  <a:cubicBezTo>
                    <a:pt x="131233" y="102465"/>
                    <a:pt x="65616" y="220645"/>
                    <a:pt x="0" y="33882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9" name="Freeform 1028">
              <a:extLst>
                <a:ext uri="{FF2B5EF4-FFF2-40B4-BE49-F238E27FC236}">
                  <a16:creationId xmlns:a16="http://schemas.microsoft.com/office/drawing/2014/main" id="{399481B5-8D7D-9565-7BD3-04FF6DBE4D21}"/>
                </a:ext>
              </a:extLst>
            </p:cNvPr>
            <p:cNvSpPr/>
            <p:nvPr/>
          </p:nvSpPr>
          <p:spPr>
            <a:xfrm>
              <a:off x="9279467" y="4559300"/>
              <a:ext cx="4233" cy="224367"/>
            </a:xfrm>
            <a:custGeom>
              <a:avLst/>
              <a:gdLst>
                <a:gd name="connsiteX0" fmla="*/ 0 w 4233"/>
                <a:gd name="connsiteY0" fmla="*/ 0 h 224367"/>
                <a:gd name="connsiteX1" fmla="*/ 4233 w 4233"/>
                <a:gd name="connsiteY1" fmla="*/ 224367 h 224367"/>
                <a:gd name="connsiteX2" fmla="*/ 4233 w 4233"/>
                <a:gd name="connsiteY2" fmla="*/ 224367 h 22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3" h="224367">
                  <a:moveTo>
                    <a:pt x="0" y="0"/>
                  </a:moveTo>
                  <a:lnTo>
                    <a:pt x="4233" y="224367"/>
                  </a:lnTo>
                  <a:lnTo>
                    <a:pt x="4233" y="22436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1" name="Freeform 1030">
              <a:extLst>
                <a:ext uri="{FF2B5EF4-FFF2-40B4-BE49-F238E27FC236}">
                  <a16:creationId xmlns:a16="http://schemas.microsoft.com/office/drawing/2014/main" id="{2349388C-E42A-0794-431C-0B4B180D0E54}"/>
                </a:ext>
              </a:extLst>
            </p:cNvPr>
            <p:cNvSpPr/>
            <p:nvPr/>
          </p:nvSpPr>
          <p:spPr>
            <a:xfrm>
              <a:off x="9398000" y="4419600"/>
              <a:ext cx="21167" cy="198967"/>
            </a:xfrm>
            <a:custGeom>
              <a:avLst/>
              <a:gdLst>
                <a:gd name="connsiteX0" fmla="*/ 0 w 21167"/>
                <a:gd name="connsiteY0" fmla="*/ 0 h 198967"/>
                <a:gd name="connsiteX1" fmla="*/ 21167 w 21167"/>
                <a:gd name="connsiteY1" fmla="*/ 198967 h 198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167" h="198967">
                  <a:moveTo>
                    <a:pt x="0" y="0"/>
                  </a:moveTo>
                  <a:lnTo>
                    <a:pt x="21167" y="19896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2" name="Freeform 1031">
              <a:extLst>
                <a:ext uri="{FF2B5EF4-FFF2-40B4-BE49-F238E27FC236}">
                  <a16:creationId xmlns:a16="http://schemas.microsoft.com/office/drawing/2014/main" id="{90E36BE8-2D9B-5770-5A0B-F3BCB7CEEF95}"/>
                </a:ext>
              </a:extLst>
            </p:cNvPr>
            <p:cNvSpPr/>
            <p:nvPr/>
          </p:nvSpPr>
          <p:spPr>
            <a:xfrm>
              <a:off x="9241367" y="4343400"/>
              <a:ext cx="308469" cy="76567"/>
            </a:xfrm>
            <a:custGeom>
              <a:avLst/>
              <a:gdLst>
                <a:gd name="connsiteX0" fmla="*/ 0 w 308469"/>
                <a:gd name="connsiteY0" fmla="*/ 0 h 76567"/>
                <a:gd name="connsiteX1" fmla="*/ 50800 w 308469"/>
                <a:gd name="connsiteY1" fmla="*/ 8467 h 76567"/>
                <a:gd name="connsiteX2" fmla="*/ 84666 w 308469"/>
                <a:gd name="connsiteY2" fmla="*/ 21167 h 76567"/>
                <a:gd name="connsiteX3" fmla="*/ 287866 w 308469"/>
                <a:gd name="connsiteY3" fmla="*/ 50800 h 76567"/>
                <a:gd name="connsiteX4" fmla="*/ 296333 w 308469"/>
                <a:gd name="connsiteY4" fmla="*/ 76200 h 76567"/>
                <a:gd name="connsiteX5" fmla="*/ 241300 w 308469"/>
                <a:gd name="connsiteY5" fmla="*/ 63500 h 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8469" h="76567">
                  <a:moveTo>
                    <a:pt x="0" y="0"/>
                  </a:moveTo>
                  <a:cubicBezTo>
                    <a:pt x="18344" y="2469"/>
                    <a:pt x="36689" y="4939"/>
                    <a:pt x="50800" y="8467"/>
                  </a:cubicBezTo>
                  <a:cubicBezTo>
                    <a:pt x="64911" y="11995"/>
                    <a:pt x="45155" y="14112"/>
                    <a:pt x="84666" y="21167"/>
                  </a:cubicBezTo>
                  <a:cubicBezTo>
                    <a:pt x="124177" y="28222"/>
                    <a:pt x="252588" y="41628"/>
                    <a:pt x="287866" y="50800"/>
                  </a:cubicBezTo>
                  <a:cubicBezTo>
                    <a:pt x="323144" y="59972"/>
                    <a:pt x="304094" y="74083"/>
                    <a:pt x="296333" y="76200"/>
                  </a:cubicBezTo>
                  <a:cubicBezTo>
                    <a:pt x="288572" y="78317"/>
                    <a:pt x="264936" y="70908"/>
                    <a:pt x="241300" y="6350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183B2345-E04D-863A-A984-94255B4289A3}"/>
                </a:ext>
              </a:extLst>
            </p:cNvPr>
            <p:cNvCxnSpPr>
              <a:cxnSpLocks/>
            </p:cNvCxnSpPr>
            <p:nvPr/>
          </p:nvCxnSpPr>
          <p:spPr>
            <a:xfrm>
              <a:off x="9583409" y="4406741"/>
              <a:ext cx="243416" cy="1144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DCD18F62-F6CA-570C-63F2-E541449A3A31}"/>
                </a:ext>
              </a:extLst>
            </p:cNvPr>
            <p:cNvCxnSpPr>
              <a:cxnSpLocks/>
            </p:cNvCxnSpPr>
            <p:nvPr/>
          </p:nvCxnSpPr>
          <p:spPr>
            <a:xfrm>
              <a:off x="9530493" y="4483021"/>
              <a:ext cx="227340" cy="1343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2C72B273-D924-556E-4CE7-6AB8691EF6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71674" y="4527625"/>
              <a:ext cx="65106" cy="827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7" name="Oval 1036">
              <a:extLst>
                <a:ext uri="{FF2B5EF4-FFF2-40B4-BE49-F238E27FC236}">
                  <a16:creationId xmlns:a16="http://schemas.microsoft.com/office/drawing/2014/main" id="{DC45E609-79B5-30BC-8499-608341D3D56D}"/>
                </a:ext>
              </a:extLst>
            </p:cNvPr>
            <p:cNvSpPr/>
            <p:nvPr/>
          </p:nvSpPr>
          <p:spPr>
            <a:xfrm>
              <a:off x="9638068" y="4336435"/>
              <a:ext cx="77458" cy="67733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sp>
        <p:nvSpPr>
          <p:cNvPr id="5" name="Freeform 4">
            <a:extLst>
              <a:ext uri="{FF2B5EF4-FFF2-40B4-BE49-F238E27FC236}">
                <a16:creationId xmlns:a16="http://schemas.microsoft.com/office/drawing/2014/main" id="{CE6FE44A-9842-65FF-8935-E5F54F110263}"/>
              </a:ext>
            </a:extLst>
          </p:cNvPr>
          <p:cNvSpPr/>
          <p:nvPr/>
        </p:nvSpPr>
        <p:spPr>
          <a:xfrm flipH="1">
            <a:off x="4741291" y="2280666"/>
            <a:ext cx="515536" cy="780736"/>
          </a:xfrm>
          <a:custGeom>
            <a:avLst/>
            <a:gdLst>
              <a:gd name="connsiteX0" fmla="*/ 269675 w 1080158"/>
              <a:gd name="connsiteY0" fmla="*/ 98395 h 1635809"/>
              <a:gd name="connsiteX1" fmla="*/ 337408 w 1080158"/>
              <a:gd name="connsiteY1" fmla="*/ 22195 h 1635809"/>
              <a:gd name="connsiteX2" fmla="*/ 519442 w 1080158"/>
              <a:gd name="connsiteY2" fmla="*/ 1029 h 1635809"/>
              <a:gd name="connsiteX3" fmla="*/ 688775 w 1080158"/>
              <a:gd name="connsiteY3" fmla="*/ 47595 h 1635809"/>
              <a:gd name="connsiteX4" fmla="*/ 832708 w 1080158"/>
              <a:gd name="connsiteY4" fmla="*/ 136495 h 1635809"/>
              <a:gd name="connsiteX5" fmla="*/ 904675 w 1080158"/>
              <a:gd name="connsiteY5" fmla="*/ 216929 h 1635809"/>
              <a:gd name="connsiteX6" fmla="*/ 955475 w 1080158"/>
              <a:gd name="connsiteY6" fmla="*/ 314295 h 1635809"/>
              <a:gd name="connsiteX7" fmla="*/ 972408 w 1080158"/>
              <a:gd name="connsiteY7" fmla="*/ 424362 h 1635809"/>
              <a:gd name="connsiteX8" fmla="*/ 989342 w 1080158"/>
              <a:gd name="connsiteY8" fmla="*/ 504795 h 1635809"/>
              <a:gd name="connsiteX9" fmla="*/ 1006275 w 1080158"/>
              <a:gd name="connsiteY9" fmla="*/ 602162 h 1635809"/>
              <a:gd name="connsiteX10" fmla="*/ 1031675 w 1080158"/>
              <a:gd name="connsiteY10" fmla="*/ 682595 h 1635809"/>
              <a:gd name="connsiteX11" fmla="*/ 1057075 w 1080158"/>
              <a:gd name="connsiteY11" fmla="*/ 775729 h 1635809"/>
              <a:gd name="connsiteX12" fmla="*/ 1078242 w 1080158"/>
              <a:gd name="connsiteY12" fmla="*/ 868862 h 1635809"/>
              <a:gd name="connsiteX13" fmla="*/ 1006275 w 1080158"/>
              <a:gd name="connsiteY13" fmla="*/ 1249862 h 1635809"/>
              <a:gd name="connsiteX14" fmla="*/ 862342 w 1080158"/>
              <a:gd name="connsiteY14" fmla="*/ 1541962 h 1635809"/>
              <a:gd name="connsiteX15" fmla="*/ 845408 w 1080158"/>
              <a:gd name="connsiteY15" fmla="*/ 1635095 h 1635809"/>
              <a:gd name="connsiteX16" fmla="*/ 790375 w 1080158"/>
              <a:gd name="connsiteY16" fmla="*/ 1584295 h 1635809"/>
              <a:gd name="connsiteX17" fmla="*/ 557542 w 1080158"/>
              <a:gd name="connsiteY17" fmla="*/ 1571595 h 1635809"/>
              <a:gd name="connsiteX18" fmla="*/ 256975 w 1080158"/>
              <a:gd name="connsiteY18" fmla="*/ 1440362 h 1635809"/>
              <a:gd name="connsiteX19" fmla="*/ 66475 w 1080158"/>
              <a:gd name="connsiteY19" fmla="*/ 1156729 h 1635809"/>
              <a:gd name="connsiteX20" fmla="*/ 7208 w 1080158"/>
              <a:gd name="connsiteY20" fmla="*/ 898495 h 1635809"/>
              <a:gd name="connsiteX21" fmla="*/ 19908 w 1080158"/>
              <a:gd name="connsiteY21" fmla="*/ 593695 h 1635809"/>
              <a:gd name="connsiteX22" fmla="*/ 176542 w 1080158"/>
              <a:gd name="connsiteY22" fmla="*/ 356629 h 1635809"/>
              <a:gd name="connsiteX23" fmla="*/ 367042 w 1080158"/>
              <a:gd name="connsiteY23" fmla="*/ 322762 h 1635809"/>
              <a:gd name="connsiteX24" fmla="*/ 265442 w 1080158"/>
              <a:gd name="connsiteY24" fmla="*/ 271962 h 1635809"/>
              <a:gd name="connsiteX25" fmla="*/ 189242 w 1080158"/>
              <a:gd name="connsiteY25" fmla="*/ 288895 h 1635809"/>
              <a:gd name="connsiteX26" fmla="*/ 269675 w 1080158"/>
              <a:gd name="connsiteY26" fmla="*/ 98395 h 1635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080158" h="1635809">
                <a:moveTo>
                  <a:pt x="269675" y="98395"/>
                </a:moveTo>
                <a:cubicBezTo>
                  <a:pt x="294369" y="53945"/>
                  <a:pt x="295780" y="38423"/>
                  <a:pt x="337408" y="22195"/>
                </a:cubicBezTo>
                <a:cubicBezTo>
                  <a:pt x="379036" y="5967"/>
                  <a:pt x="460881" y="-3204"/>
                  <a:pt x="519442" y="1029"/>
                </a:cubicBezTo>
                <a:cubicBezTo>
                  <a:pt x="578003" y="5262"/>
                  <a:pt x="636564" y="25017"/>
                  <a:pt x="688775" y="47595"/>
                </a:cubicBezTo>
                <a:cubicBezTo>
                  <a:pt x="740986" y="70173"/>
                  <a:pt x="796725" y="108273"/>
                  <a:pt x="832708" y="136495"/>
                </a:cubicBezTo>
                <a:cubicBezTo>
                  <a:pt x="868691" y="164717"/>
                  <a:pt x="884214" y="187296"/>
                  <a:pt x="904675" y="216929"/>
                </a:cubicBezTo>
                <a:cubicBezTo>
                  <a:pt x="925136" y="246562"/>
                  <a:pt x="944186" y="279723"/>
                  <a:pt x="955475" y="314295"/>
                </a:cubicBezTo>
                <a:cubicBezTo>
                  <a:pt x="966764" y="348867"/>
                  <a:pt x="966764" y="392612"/>
                  <a:pt x="972408" y="424362"/>
                </a:cubicBezTo>
                <a:cubicBezTo>
                  <a:pt x="978052" y="456112"/>
                  <a:pt x="983698" y="475162"/>
                  <a:pt x="989342" y="504795"/>
                </a:cubicBezTo>
                <a:cubicBezTo>
                  <a:pt x="994986" y="534428"/>
                  <a:pt x="999220" y="572529"/>
                  <a:pt x="1006275" y="602162"/>
                </a:cubicBezTo>
                <a:cubicBezTo>
                  <a:pt x="1013330" y="631795"/>
                  <a:pt x="1023208" y="653667"/>
                  <a:pt x="1031675" y="682595"/>
                </a:cubicBezTo>
                <a:cubicBezTo>
                  <a:pt x="1040142" y="711523"/>
                  <a:pt x="1049314" y="744685"/>
                  <a:pt x="1057075" y="775729"/>
                </a:cubicBezTo>
                <a:cubicBezTo>
                  <a:pt x="1064836" y="806773"/>
                  <a:pt x="1086709" y="789840"/>
                  <a:pt x="1078242" y="868862"/>
                </a:cubicBezTo>
                <a:cubicBezTo>
                  <a:pt x="1069775" y="947884"/>
                  <a:pt x="1042258" y="1137679"/>
                  <a:pt x="1006275" y="1249862"/>
                </a:cubicBezTo>
                <a:cubicBezTo>
                  <a:pt x="970292" y="1362045"/>
                  <a:pt x="889153" y="1477757"/>
                  <a:pt x="862342" y="1541962"/>
                </a:cubicBezTo>
                <a:cubicBezTo>
                  <a:pt x="835531" y="1606167"/>
                  <a:pt x="857402" y="1628040"/>
                  <a:pt x="845408" y="1635095"/>
                </a:cubicBezTo>
                <a:cubicBezTo>
                  <a:pt x="833414" y="1642150"/>
                  <a:pt x="838353" y="1594878"/>
                  <a:pt x="790375" y="1584295"/>
                </a:cubicBezTo>
                <a:cubicBezTo>
                  <a:pt x="742397" y="1573712"/>
                  <a:pt x="646442" y="1595584"/>
                  <a:pt x="557542" y="1571595"/>
                </a:cubicBezTo>
                <a:cubicBezTo>
                  <a:pt x="468642" y="1547606"/>
                  <a:pt x="338820" y="1509506"/>
                  <a:pt x="256975" y="1440362"/>
                </a:cubicBezTo>
                <a:cubicBezTo>
                  <a:pt x="175130" y="1371218"/>
                  <a:pt x="108103" y="1247040"/>
                  <a:pt x="66475" y="1156729"/>
                </a:cubicBezTo>
                <a:cubicBezTo>
                  <a:pt x="24847" y="1066418"/>
                  <a:pt x="14969" y="992334"/>
                  <a:pt x="7208" y="898495"/>
                </a:cubicBezTo>
                <a:cubicBezTo>
                  <a:pt x="-553" y="804656"/>
                  <a:pt x="-8314" y="684006"/>
                  <a:pt x="19908" y="593695"/>
                </a:cubicBezTo>
                <a:cubicBezTo>
                  <a:pt x="48130" y="503384"/>
                  <a:pt x="118686" y="401784"/>
                  <a:pt x="176542" y="356629"/>
                </a:cubicBezTo>
                <a:cubicBezTo>
                  <a:pt x="234398" y="311474"/>
                  <a:pt x="352225" y="336873"/>
                  <a:pt x="367042" y="322762"/>
                </a:cubicBezTo>
                <a:cubicBezTo>
                  <a:pt x="381859" y="308651"/>
                  <a:pt x="295075" y="277606"/>
                  <a:pt x="265442" y="271962"/>
                </a:cubicBezTo>
                <a:cubicBezTo>
                  <a:pt x="235809" y="266318"/>
                  <a:pt x="192770" y="310767"/>
                  <a:pt x="189242" y="288895"/>
                </a:cubicBezTo>
                <a:cubicBezTo>
                  <a:pt x="185714" y="267023"/>
                  <a:pt x="244981" y="142845"/>
                  <a:pt x="269675" y="98395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389DA07-C368-3C58-A603-94CA8231A37A}"/>
              </a:ext>
            </a:extLst>
          </p:cNvPr>
          <p:cNvSpPr/>
          <p:nvPr/>
        </p:nvSpPr>
        <p:spPr>
          <a:xfrm flipH="1">
            <a:off x="4968499" y="2294298"/>
            <a:ext cx="145474" cy="176784"/>
          </a:xfrm>
          <a:custGeom>
            <a:avLst/>
            <a:gdLst>
              <a:gd name="connsiteX0" fmla="*/ 0 w 304800"/>
              <a:gd name="connsiteY0" fmla="*/ 19034 h 370401"/>
              <a:gd name="connsiteX1" fmla="*/ 97367 w 304800"/>
              <a:gd name="connsiteY1" fmla="*/ 2101 h 370401"/>
              <a:gd name="connsiteX2" fmla="*/ 220134 w 304800"/>
              <a:gd name="connsiteY2" fmla="*/ 61368 h 370401"/>
              <a:gd name="connsiteX3" fmla="*/ 275167 w 304800"/>
              <a:gd name="connsiteY3" fmla="*/ 141801 h 370401"/>
              <a:gd name="connsiteX4" fmla="*/ 304800 w 304800"/>
              <a:gd name="connsiteY4" fmla="*/ 370401 h 370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00" h="370401">
                <a:moveTo>
                  <a:pt x="0" y="19034"/>
                </a:moveTo>
                <a:cubicBezTo>
                  <a:pt x="30339" y="7039"/>
                  <a:pt x="60678" y="-4955"/>
                  <a:pt x="97367" y="2101"/>
                </a:cubicBezTo>
                <a:cubicBezTo>
                  <a:pt x="134056" y="9157"/>
                  <a:pt x="190501" y="38085"/>
                  <a:pt x="220134" y="61368"/>
                </a:cubicBezTo>
                <a:cubicBezTo>
                  <a:pt x="249767" y="84651"/>
                  <a:pt x="261056" y="90296"/>
                  <a:pt x="275167" y="141801"/>
                </a:cubicBezTo>
                <a:cubicBezTo>
                  <a:pt x="289278" y="193306"/>
                  <a:pt x="297039" y="281853"/>
                  <a:pt x="304800" y="370401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F4A339AA-5450-BA85-2087-6EDD4D1510E8}"/>
              </a:ext>
            </a:extLst>
          </p:cNvPr>
          <p:cNvSpPr/>
          <p:nvPr/>
        </p:nvSpPr>
        <p:spPr>
          <a:xfrm flipH="1">
            <a:off x="4986683" y="2462552"/>
            <a:ext cx="189328" cy="379075"/>
          </a:xfrm>
          <a:custGeom>
            <a:avLst/>
            <a:gdLst>
              <a:gd name="connsiteX0" fmla="*/ 396682 w 396682"/>
              <a:gd name="connsiteY0" fmla="*/ 22105 h 794243"/>
              <a:gd name="connsiteX1" fmla="*/ 134216 w 396682"/>
              <a:gd name="connsiteY1" fmla="*/ 5172 h 794243"/>
              <a:gd name="connsiteX2" fmla="*/ 19916 w 396682"/>
              <a:gd name="connsiteY2" fmla="*/ 102539 h 794243"/>
              <a:gd name="connsiteX3" fmla="*/ 2982 w 396682"/>
              <a:gd name="connsiteY3" fmla="*/ 259172 h 794243"/>
              <a:gd name="connsiteX4" fmla="*/ 53782 w 396682"/>
              <a:gd name="connsiteY4" fmla="*/ 390405 h 794243"/>
              <a:gd name="connsiteX5" fmla="*/ 19916 w 396682"/>
              <a:gd name="connsiteY5" fmla="*/ 530105 h 794243"/>
              <a:gd name="connsiteX6" fmla="*/ 79182 w 396682"/>
              <a:gd name="connsiteY6" fmla="*/ 703672 h 794243"/>
              <a:gd name="connsiteX7" fmla="*/ 210416 w 396682"/>
              <a:gd name="connsiteY7" fmla="*/ 792572 h 794243"/>
              <a:gd name="connsiteX8" fmla="*/ 341649 w 396682"/>
              <a:gd name="connsiteY8" fmla="*/ 754472 h 794243"/>
              <a:gd name="connsiteX9" fmla="*/ 396682 w 396682"/>
              <a:gd name="connsiteY9" fmla="*/ 665572 h 794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6682" h="794243">
                <a:moveTo>
                  <a:pt x="396682" y="22105"/>
                </a:moveTo>
                <a:cubicBezTo>
                  <a:pt x="296846" y="6935"/>
                  <a:pt x="197010" y="-8234"/>
                  <a:pt x="134216" y="5172"/>
                </a:cubicBezTo>
                <a:cubicBezTo>
                  <a:pt x="71422" y="18578"/>
                  <a:pt x="41788" y="60206"/>
                  <a:pt x="19916" y="102539"/>
                </a:cubicBezTo>
                <a:cubicBezTo>
                  <a:pt x="-1956" y="144872"/>
                  <a:pt x="-2662" y="211194"/>
                  <a:pt x="2982" y="259172"/>
                </a:cubicBezTo>
                <a:cubicBezTo>
                  <a:pt x="8626" y="307150"/>
                  <a:pt x="50960" y="345250"/>
                  <a:pt x="53782" y="390405"/>
                </a:cubicBezTo>
                <a:cubicBezTo>
                  <a:pt x="56604" y="435560"/>
                  <a:pt x="15683" y="477894"/>
                  <a:pt x="19916" y="530105"/>
                </a:cubicBezTo>
                <a:cubicBezTo>
                  <a:pt x="24149" y="582316"/>
                  <a:pt x="47432" y="659928"/>
                  <a:pt x="79182" y="703672"/>
                </a:cubicBezTo>
                <a:cubicBezTo>
                  <a:pt x="110932" y="747416"/>
                  <a:pt x="166671" y="784105"/>
                  <a:pt x="210416" y="792572"/>
                </a:cubicBezTo>
                <a:cubicBezTo>
                  <a:pt x="254161" y="801039"/>
                  <a:pt x="310605" y="775639"/>
                  <a:pt x="341649" y="754472"/>
                </a:cubicBezTo>
                <a:cubicBezTo>
                  <a:pt x="372693" y="733305"/>
                  <a:pt x="384687" y="699438"/>
                  <a:pt x="396682" y="665572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F72EE24E-87AE-87DB-C775-1D896849F277}"/>
              </a:ext>
            </a:extLst>
          </p:cNvPr>
          <p:cNvSpPr/>
          <p:nvPr/>
        </p:nvSpPr>
        <p:spPr>
          <a:xfrm flipH="1">
            <a:off x="5083666" y="2844344"/>
            <a:ext cx="172419" cy="121756"/>
          </a:xfrm>
          <a:custGeom>
            <a:avLst/>
            <a:gdLst>
              <a:gd name="connsiteX0" fmla="*/ 272354 w 361254"/>
              <a:gd name="connsiteY0" fmla="*/ 255104 h 255104"/>
              <a:gd name="connsiteX1" fmla="*/ 259654 w 361254"/>
              <a:gd name="connsiteY1" fmla="*/ 157737 h 255104"/>
              <a:gd name="connsiteX2" fmla="*/ 149588 w 361254"/>
              <a:gd name="connsiteY2" fmla="*/ 98470 h 255104"/>
              <a:gd name="connsiteX3" fmla="*/ 86088 w 361254"/>
              <a:gd name="connsiteY3" fmla="*/ 102704 h 255104"/>
              <a:gd name="connsiteX4" fmla="*/ 56454 w 361254"/>
              <a:gd name="connsiteY4" fmla="*/ 77304 h 255104"/>
              <a:gd name="connsiteX5" fmla="*/ 1421 w 361254"/>
              <a:gd name="connsiteY5" fmla="*/ 98470 h 255104"/>
              <a:gd name="connsiteX6" fmla="*/ 119954 w 361254"/>
              <a:gd name="connsiteY6" fmla="*/ 13804 h 255104"/>
              <a:gd name="connsiteX7" fmla="*/ 361254 w 361254"/>
              <a:gd name="connsiteY7" fmla="*/ 1104 h 25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254" h="255104">
                <a:moveTo>
                  <a:pt x="272354" y="255104"/>
                </a:moveTo>
                <a:cubicBezTo>
                  <a:pt x="276234" y="219473"/>
                  <a:pt x="280115" y="183843"/>
                  <a:pt x="259654" y="157737"/>
                </a:cubicBezTo>
                <a:cubicBezTo>
                  <a:pt x="239193" y="131631"/>
                  <a:pt x="178516" y="107642"/>
                  <a:pt x="149588" y="98470"/>
                </a:cubicBezTo>
                <a:cubicBezTo>
                  <a:pt x="120660" y="89298"/>
                  <a:pt x="101610" y="106232"/>
                  <a:pt x="86088" y="102704"/>
                </a:cubicBezTo>
                <a:cubicBezTo>
                  <a:pt x="70566" y="99176"/>
                  <a:pt x="70565" y="78010"/>
                  <a:pt x="56454" y="77304"/>
                </a:cubicBezTo>
                <a:cubicBezTo>
                  <a:pt x="42343" y="76598"/>
                  <a:pt x="-9162" y="109053"/>
                  <a:pt x="1421" y="98470"/>
                </a:cubicBezTo>
                <a:cubicBezTo>
                  <a:pt x="12004" y="87887"/>
                  <a:pt x="59982" y="30032"/>
                  <a:pt x="119954" y="13804"/>
                </a:cubicBezTo>
                <a:cubicBezTo>
                  <a:pt x="179926" y="-2424"/>
                  <a:pt x="270590" y="-660"/>
                  <a:pt x="361254" y="1104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E7905071-BEE7-F8BB-B25E-F203B0E42114}"/>
              </a:ext>
            </a:extLst>
          </p:cNvPr>
          <p:cNvSpPr/>
          <p:nvPr/>
        </p:nvSpPr>
        <p:spPr>
          <a:xfrm flipH="1">
            <a:off x="4850032" y="2333539"/>
            <a:ext cx="274453" cy="659803"/>
          </a:xfrm>
          <a:custGeom>
            <a:avLst/>
            <a:gdLst>
              <a:gd name="connsiteX0" fmla="*/ 305658 w 575038"/>
              <a:gd name="connsiteY0" fmla="*/ 21482 h 1382429"/>
              <a:gd name="connsiteX1" fmla="*/ 462291 w 575038"/>
              <a:gd name="connsiteY1" fmla="*/ 8782 h 1382429"/>
              <a:gd name="connsiteX2" fmla="*/ 572358 w 575038"/>
              <a:gd name="connsiteY2" fmla="*/ 135782 h 1382429"/>
              <a:gd name="connsiteX3" fmla="*/ 534258 w 575038"/>
              <a:gd name="connsiteY3" fmla="*/ 372849 h 1382429"/>
              <a:gd name="connsiteX4" fmla="*/ 458058 w 575038"/>
              <a:gd name="connsiteY4" fmla="*/ 491382 h 1382429"/>
              <a:gd name="connsiteX5" fmla="*/ 424191 w 575038"/>
              <a:gd name="connsiteY5" fmla="*/ 1050182 h 1382429"/>
              <a:gd name="connsiteX6" fmla="*/ 326824 w 575038"/>
              <a:gd name="connsiteY6" fmla="*/ 1329582 h 1382429"/>
              <a:gd name="connsiteX7" fmla="*/ 119391 w 575038"/>
              <a:gd name="connsiteY7" fmla="*/ 1367682 h 1382429"/>
              <a:gd name="connsiteX8" fmla="*/ 858 w 575038"/>
              <a:gd name="connsiteY8" fmla="*/ 1156015 h 1382429"/>
              <a:gd name="connsiteX9" fmla="*/ 68591 w 575038"/>
              <a:gd name="connsiteY9" fmla="*/ 1122149 h 1382429"/>
              <a:gd name="connsiteX10" fmla="*/ 119391 w 575038"/>
              <a:gd name="connsiteY10" fmla="*/ 1244915 h 1382429"/>
              <a:gd name="connsiteX11" fmla="*/ 237924 w 575038"/>
              <a:gd name="connsiteY11" fmla="*/ 1283015 h 1382429"/>
              <a:gd name="connsiteX12" fmla="*/ 297191 w 575038"/>
              <a:gd name="connsiteY12" fmla="*/ 1164482 h 1382429"/>
              <a:gd name="connsiteX13" fmla="*/ 356458 w 575038"/>
              <a:gd name="connsiteY13" fmla="*/ 504082 h 1382429"/>
              <a:gd name="connsiteX14" fmla="*/ 360691 w 575038"/>
              <a:gd name="connsiteY14" fmla="*/ 419415 h 1382429"/>
              <a:gd name="connsiteX15" fmla="*/ 445358 w 575038"/>
              <a:gd name="connsiteY15" fmla="*/ 334749 h 1382429"/>
              <a:gd name="connsiteX16" fmla="*/ 491924 w 575038"/>
              <a:gd name="connsiteY16" fmla="*/ 233149 h 1382429"/>
              <a:gd name="connsiteX17" fmla="*/ 474991 w 575038"/>
              <a:gd name="connsiteY17" fmla="*/ 135782 h 1382429"/>
              <a:gd name="connsiteX18" fmla="*/ 407258 w 575038"/>
              <a:gd name="connsiteY18" fmla="*/ 93449 h 1382429"/>
              <a:gd name="connsiteX19" fmla="*/ 339524 w 575038"/>
              <a:gd name="connsiteY19" fmla="*/ 106149 h 1382429"/>
              <a:gd name="connsiteX20" fmla="*/ 305658 w 575038"/>
              <a:gd name="connsiteY20" fmla="*/ 21482 h 1382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75038" h="1382429">
                <a:moveTo>
                  <a:pt x="305658" y="21482"/>
                </a:moveTo>
                <a:cubicBezTo>
                  <a:pt x="326119" y="5254"/>
                  <a:pt x="417841" y="-10268"/>
                  <a:pt x="462291" y="8782"/>
                </a:cubicBezTo>
                <a:cubicBezTo>
                  <a:pt x="506741" y="27832"/>
                  <a:pt x="560364" y="75104"/>
                  <a:pt x="572358" y="135782"/>
                </a:cubicBezTo>
                <a:cubicBezTo>
                  <a:pt x="584352" y="196460"/>
                  <a:pt x="553308" y="313582"/>
                  <a:pt x="534258" y="372849"/>
                </a:cubicBezTo>
                <a:cubicBezTo>
                  <a:pt x="515208" y="432116"/>
                  <a:pt x="476402" y="378493"/>
                  <a:pt x="458058" y="491382"/>
                </a:cubicBezTo>
                <a:cubicBezTo>
                  <a:pt x="439714" y="604271"/>
                  <a:pt x="446063" y="910482"/>
                  <a:pt x="424191" y="1050182"/>
                </a:cubicBezTo>
                <a:cubicBezTo>
                  <a:pt x="402319" y="1189882"/>
                  <a:pt x="377624" y="1276665"/>
                  <a:pt x="326824" y="1329582"/>
                </a:cubicBezTo>
                <a:cubicBezTo>
                  <a:pt x="276024" y="1382499"/>
                  <a:pt x="173719" y="1396610"/>
                  <a:pt x="119391" y="1367682"/>
                </a:cubicBezTo>
                <a:cubicBezTo>
                  <a:pt x="65063" y="1338754"/>
                  <a:pt x="9325" y="1196937"/>
                  <a:pt x="858" y="1156015"/>
                </a:cubicBezTo>
                <a:cubicBezTo>
                  <a:pt x="-7609" y="1115093"/>
                  <a:pt x="48835" y="1107332"/>
                  <a:pt x="68591" y="1122149"/>
                </a:cubicBezTo>
                <a:cubicBezTo>
                  <a:pt x="88346" y="1136966"/>
                  <a:pt x="91169" y="1218104"/>
                  <a:pt x="119391" y="1244915"/>
                </a:cubicBezTo>
                <a:cubicBezTo>
                  <a:pt x="147613" y="1271726"/>
                  <a:pt x="208291" y="1296420"/>
                  <a:pt x="237924" y="1283015"/>
                </a:cubicBezTo>
                <a:cubicBezTo>
                  <a:pt x="267557" y="1269610"/>
                  <a:pt x="277435" y="1294304"/>
                  <a:pt x="297191" y="1164482"/>
                </a:cubicBezTo>
                <a:cubicBezTo>
                  <a:pt x="316947" y="1034660"/>
                  <a:pt x="345875" y="628260"/>
                  <a:pt x="356458" y="504082"/>
                </a:cubicBezTo>
                <a:cubicBezTo>
                  <a:pt x="367041" y="379904"/>
                  <a:pt x="345874" y="447637"/>
                  <a:pt x="360691" y="419415"/>
                </a:cubicBezTo>
                <a:cubicBezTo>
                  <a:pt x="375508" y="391193"/>
                  <a:pt x="423486" y="365793"/>
                  <a:pt x="445358" y="334749"/>
                </a:cubicBezTo>
                <a:cubicBezTo>
                  <a:pt x="467230" y="303705"/>
                  <a:pt x="486985" y="266310"/>
                  <a:pt x="491924" y="233149"/>
                </a:cubicBezTo>
                <a:cubicBezTo>
                  <a:pt x="496863" y="199988"/>
                  <a:pt x="489102" y="159065"/>
                  <a:pt x="474991" y="135782"/>
                </a:cubicBezTo>
                <a:cubicBezTo>
                  <a:pt x="460880" y="112499"/>
                  <a:pt x="429836" y="98388"/>
                  <a:pt x="407258" y="93449"/>
                </a:cubicBezTo>
                <a:cubicBezTo>
                  <a:pt x="384680" y="88510"/>
                  <a:pt x="355752" y="118849"/>
                  <a:pt x="339524" y="106149"/>
                </a:cubicBezTo>
                <a:cubicBezTo>
                  <a:pt x="323296" y="93449"/>
                  <a:pt x="285197" y="37710"/>
                  <a:pt x="305658" y="2148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941745A2-B18E-8ED6-50E1-A7866E06BED0}"/>
              </a:ext>
            </a:extLst>
          </p:cNvPr>
          <p:cNvSpPr/>
          <p:nvPr/>
        </p:nvSpPr>
        <p:spPr>
          <a:xfrm flipH="1">
            <a:off x="4763373" y="2569106"/>
            <a:ext cx="148552" cy="446018"/>
          </a:xfrm>
          <a:custGeom>
            <a:avLst/>
            <a:gdLst>
              <a:gd name="connsiteX0" fmla="*/ 33866 w 311249"/>
              <a:gd name="connsiteY0" fmla="*/ 6285 h 934503"/>
              <a:gd name="connsiteX1" fmla="*/ 63500 w 311249"/>
              <a:gd name="connsiteY1" fmla="*/ 65551 h 934503"/>
              <a:gd name="connsiteX2" fmla="*/ 143933 w 311249"/>
              <a:gd name="connsiteY2" fmla="*/ 90951 h 934503"/>
              <a:gd name="connsiteX3" fmla="*/ 203200 w 311249"/>
              <a:gd name="connsiteY3" fmla="*/ 65551 h 934503"/>
              <a:gd name="connsiteX4" fmla="*/ 241300 w 311249"/>
              <a:gd name="connsiteY4" fmla="*/ 2051 h 934503"/>
              <a:gd name="connsiteX5" fmla="*/ 270933 w 311249"/>
              <a:gd name="connsiteY5" fmla="*/ 150218 h 934503"/>
              <a:gd name="connsiteX6" fmla="*/ 309033 w 311249"/>
              <a:gd name="connsiteY6" fmla="*/ 251818 h 934503"/>
              <a:gd name="connsiteX7" fmla="*/ 300566 w 311249"/>
              <a:gd name="connsiteY7" fmla="*/ 450785 h 934503"/>
              <a:gd name="connsiteX8" fmla="*/ 249766 w 311249"/>
              <a:gd name="connsiteY8" fmla="*/ 641285 h 934503"/>
              <a:gd name="connsiteX9" fmla="*/ 122766 w 311249"/>
              <a:gd name="connsiteY9" fmla="*/ 907985 h 934503"/>
              <a:gd name="connsiteX10" fmla="*/ 0 w 311249"/>
              <a:gd name="connsiteY10" fmla="*/ 924918 h 934503"/>
              <a:gd name="connsiteX11" fmla="*/ 0 w 311249"/>
              <a:gd name="connsiteY11" fmla="*/ 924918 h 934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1249" h="934503">
                <a:moveTo>
                  <a:pt x="33866" y="6285"/>
                </a:moveTo>
                <a:cubicBezTo>
                  <a:pt x="39511" y="28862"/>
                  <a:pt x="45156" y="51440"/>
                  <a:pt x="63500" y="65551"/>
                </a:cubicBezTo>
                <a:cubicBezTo>
                  <a:pt x="81844" y="79662"/>
                  <a:pt x="120650" y="90951"/>
                  <a:pt x="143933" y="90951"/>
                </a:cubicBezTo>
                <a:cubicBezTo>
                  <a:pt x="167216" y="90951"/>
                  <a:pt x="186972" y="80368"/>
                  <a:pt x="203200" y="65551"/>
                </a:cubicBezTo>
                <a:cubicBezTo>
                  <a:pt x="219428" y="50734"/>
                  <a:pt x="230011" y="-12060"/>
                  <a:pt x="241300" y="2051"/>
                </a:cubicBezTo>
                <a:cubicBezTo>
                  <a:pt x="252589" y="16162"/>
                  <a:pt x="259644" y="108590"/>
                  <a:pt x="270933" y="150218"/>
                </a:cubicBezTo>
                <a:cubicBezTo>
                  <a:pt x="282222" y="191846"/>
                  <a:pt x="304094" y="201724"/>
                  <a:pt x="309033" y="251818"/>
                </a:cubicBezTo>
                <a:cubicBezTo>
                  <a:pt x="313972" y="301912"/>
                  <a:pt x="310444" y="385874"/>
                  <a:pt x="300566" y="450785"/>
                </a:cubicBezTo>
                <a:cubicBezTo>
                  <a:pt x="290688" y="515696"/>
                  <a:pt x="279399" y="565085"/>
                  <a:pt x="249766" y="641285"/>
                </a:cubicBezTo>
                <a:cubicBezTo>
                  <a:pt x="220133" y="717485"/>
                  <a:pt x="164394" y="860713"/>
                  <a:pt x="122766" y="907985"/>
                </a:cubicBezTo>
                <a:cubicBezTo>
                  <a:pt x="81138" y="955257"/>
                  <a:pt x="0" y="924918"/>
                  <a:pt x="0" y="924918"/>
                </a:cubicBezTo>
                <a:lnTo>
                  <a:pt x="0" y="92491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6F34B143-2EFF-9FD8-DF00-373EA538DFC2}"/>
              </a:ext>
            </a:extLst>
          </p:cNvPr>
          <p:cNvSpPr/>
          <p:nvPr/>
        </p:nvSpPr>
        <p:spPr>
          <a:xfrm flipH="1">
            <a:off x="4833051" y="2915339"/>
            <a:ext cx="167776" cy="111375"/>
          </a:xfrm>
          <a:custGeom>
            <a:avLst/>
            <a:gdLst>
              <a:gd name="connsiteX0" fmla="*/ 143933 w 351527"/>
              <a:gd name="connsiteY0" fmla="*/ 4754 h 233354"/>
              <a:gd name="connsiteX1" fmla="*/ 182033 w 351527"/>
              <a:gd name="connsiteY1" fmla="*/ 72487 h 233354"/>
              <a:gd name="connsiteX2" fmla="*/ 292100 w 351527"/>
              <a:gd name="connsiteY2" fmla="*/ 59787 h 233354"/>
              <a:gd name="connsiteX3" fmla="*/ 351367 w 351527"/>
              <a:gd name="connsiteY3" fmla="*/ 520 h 233354"/>
              <a:gd name="connsiteX4" fmla="*/ 304800 w 351527"/>
              <a:gd name="connsiteY4" fmla="*/ 97887 h 233354"/>
              <a:gd name="connsiteX5" fmla="*/ 173567 w 351527"/>
              <a:gd name="connsiteY5" fmla="*/ 123287 h 233354"/>
              <a:gd name="connsiteX6" fmla="*/ 122767 w 351527"/>
              <a:gd name="connsiteY6" fmla="*/ 102120 h 233354"/>
              <a:gd name="connsiteX7" fmla="*/ 97367 w 351527"/>
              <a:gd name="connsiteY7" fmla="*/ 135987 h 233354"/>
              <a:gd name="connsiteX8" fmla="*/ 169333 w 351527"/>
              <a:gd name="connsiteY8" fmla="*/ 220654 h 233354"/>
              <a:gd name="connsiteX9" fmla="*/ 76200 w 351527"/>
              <a:gd name="connsiteY9" fmla="*/ 174087 h 233354"/>
              <a:gd name="connsiteX10" fmla="*/ 0 w 351527"/>
              <a:gd name="connsiteY10" fmla="*/ 233354 h 233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1527" h="233354">
                <a:moveTo>
                  <a:pt x="143933" y="4754"/>
                </a:moveTo>
                <a:cubicBezTo>
                  <a:pt x="150636" y="34034"/>
                  <a:pt x="157339" y="63315"/>
                  <a:pt x="182033" y="72487"/>
                </a:cubicBezTo>
                <a:cubicBezTo>
                  <a:pt x="206728" y="81659"/>
                  <a:pt x="263878" y="71782"/>
                  <a:pt x="292100" y="59787"/>
                </a:cubicBezTo>
                <a:cubicBezTo>
                  <a:pt x="320322" y="47793"/>
                  <a:pt x="349250" y="-5830"/>
                  <a:pt x="351367" y="520"/>
                </a:cubicBezTo>
                <a:cubicBezTo>
                  <a:pt x="353484" y="6870"/>
                  <a:pt x="334433" y="77426"/>
                  <a:pt x="304800" y="97887"/>
                </a:cubicBezTo>
                <a:cubicBezTo>
                  <a:pt x="275167" y="118348"/>
                  <a:pt x="203906" y="122582"/>
                  <a:pt x="173567" y="123287"/>
                </a:cubicBezTo>
                <a:cubicBezTo>
                  <a:pt x="143228" y="123992"/>
                  <a:pt x="135467" y="100003"/>
                  <a:pt x="122767" y="102120"/>
                </a:cubicBezTo>
                <a:cubicBezTo>
                  <a:pt x="110067" y="104237"/>
                  <a:pt x="89606" y="116231"/>
                  <a:pt x="97367" y="135987"/>
                </a:cubicBezTo>
                <a:cubicBezTo>
                  <a:pt x="105128" y="155743"/>
                  <a:pt x="172861" y="214304"/>
                  <a:pt x="169333" y="220654"/>
                </a:cubicBezTo>
                <a:cubicBezTo>
                  <a:pt x="165805" y="227004"/>
                  <a:pt x="104422" y="171970"/>
                  <a:pt x="76200" y="174087"/>
                </a:cubicBezTo>
                <a:cubicBezTo>
                  <a:pt x="47978" y="176204"/>
                  <a:pt x="23989" y="204779"/>
                  <a:pt x="0" y="233354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31C4256E-5FDA-7FA7-289B-FEAA9A292D03}"/>
              </a:ext>
            </a:extLst>
          </p:cNvPr>
          <p:cNvSpPr/>
          <p:nvPr/>
        </p:nvSpPr>
        <p:spPr>
          <a:xfrm flipH="1">
            <a:off x="5120035" y="2984283"/>
            <a:ext cx="84860" cy="101024"/>
          </a:xfrm>
          <a:custGeom>
            <a:avLst/>
            <a:gdLst>
              <a:gd name="connsiteX0" fmla="*/ 177800 w 177800"/>
              <a:gd name="connsiteY0" fmla="*/ 0 h 211666"/>
              <a:gd name="connsiteX1" fmla="*/ 0 w 177800"/>
              <a:gd name="connsiteY1" fmla="*/ 211666 h 2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7800" h="211666">
                <a:moveTo>
                  <a:pt x="177800" y="0"/>
                </a:moveTo>
                <a:lnTo>
                  <a:pt x="0" y="211666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C051C36-62F0-6D44-84E0-47FF6B280CBB}"/>
              </a:ext>
            </a:extLst>
          </p:cNvPr>
          <p:cNvSpPr/>
          <p:nvPr/>
        </p:nvSpPr>
        <p:spPr>
          <a:xfrm flipH="1">
            <a:off x="5118014" y="2980242"/>
            <a:ext cx="123249" cy="80819"/>
          </a:xfrm>
          <a:custGeom>
            <a:avLst/>
            <a:gdLst>
              <a:gd name="connsiteX0" fmla="*/ 0 w 258234"/>
              <a:gd name="connsiteY0" fmla="*/ 169333 h 169333"/>
              <a:gd name="connsiteX1" fmla="*/ 258234 w 258234"/>
              <a:gd name="connsiteY1" fmla="*/ 0 h 169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8234" h="169333">
                <a:moveTo>
                  <a:pt x="0" y="169333"/>
                </a:moveTo>
                <a:lnTo>
                  <a:pt x="258234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D130A354-099D-B6C3-E754-F971D0CCCEB1}"/>
              </a:ext>
            </a:extLst>
          </p:cNvPr>
          <p:cNvSpPr/>
          <p:nvPr/>
        </p:nvSpPr>
        <p:spPr>
          <a:xfrm flipH="1">
            <a:off x="5134178" y="2290534"/>
            <a:ext cx="321256" cy="37094"/>
          </a:xfrm>
          <a:custGeom>
            <a:avLst/>
            <a:gdLst>
              <a:gd name="connsiteX0" fmla="*/ 673100 w 673100"/>
              <a:gd name="connsiteY0" fmla="*/ 77719 h 77719"/>
              <a:gd name="connsiteX1" fmla="*/ 330200 w 673100"/>
              <a:gd name="connsiteY1" fmla="*/ 22686 h 77719"/>
              <a:gd name="connsiteX2" fmla="*/ 67733 w 673100"/>
              <a:gd name="connsiteY2" fmla="*/ 1519 h 77719"/>
              <a:gd name="connsiteX3" fmla="*/ 0 w 673100"/>
              <a:gd name="connsiteY3" fmla="*/ 60786 h 77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3100" h="77719">
                <a:moveTo>
                  <a:pt x="673100" y="77719"/>
                </a:moveTo>
                <a:cubicBezTo>
                  <a:pt x="552097" y="56552"/>
                  <a:pt x="431095" y="35386"/>
                  <a:pt x="330200" y="22686"/>
                </a:cubicBezTo>
                <a:cubicBezTo>
                  <a:pt x="229305" y="9986"/>
                  <a:pt x="122766" y="-4831"/>
                  <a:pt x="67733" y="1519"/>
                </a:cubicBezTo>
                <a:cubicBezTo>
                  <a:pt x="12700" y="7869"/>
                  <a:pt x="6350" y="34327"/>
                  <a:pt x="0" y="60786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7AE42AD-0465-9D24-1E70-410EDF3B8769}"/>
              </a:ext>
            </a:extLst>
          </p:cNvPr>
          <p:cNvSpPr/>
          <p:nvPr/>
        </p:nvSpPr>
        <p:spPr>
          <a:xfrm flipH="1">
            <a:off x="5150342" y="2359385"/>
            <a:ext cx="151536" cy="162209"/>
          </a:xfrm>
          <a:custGeom>
            <a:avLst/>
            <a:gdLst>
              <a:gd name="connsiteX0" fmla="*/ 317500 w 317500"/>
              <a:gd name="connsiteY0" fmla="*/ 5429 h 339862"/>
              <a:gd name="connsiteX1" fmla="*/ 186267 w 317500"/>
              <a:gd name="connsiteY1" fmla="*/ 9662 h 339862"/>
              <a:gd name="connsiteX2" fmla="*/ 76200 w 317500"/>
              <a:gd name="connsiteY2" fmla="*/ 94329 h 339862"/>
              <a:gd name="connsiteX3" fmla="*/ 0 w 317500"/>
              <a:gd name="connsiteY3" fmla="*/ 339862 h 339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500" h="339862">
                <a:moveTo>
                  <a:pt x="317500" y="5429"/>
                </a:moveTo>
                <a:cubicBezTo>
                  <a:pt x="271992" y="137"/>
                  <a:pt x="226484" y="-5155"/>
                  <a:pt x="186267" y="9662"/>
                </a:cubicBezTo>
                <a:cubicBezTo>
                  <a:pt x="146050" y="24479"/>
                  <a:pt x="107244" y="39296"/>
                  <a:pt x="76200" y="94329"/>
                </a:cubicBezTo>
                <a:cubicBezTo>
                  <a:pt x="45156" y="149362"/>
                  <a:pt x="22578" y="244612"/>
                  <a:pt x="0" y="339862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E5C21F1E-98CC-6FFB-0862-E332E493FFE7}"/>
              </a:ext>
            </a:extLst>
          </p:cNvPr>
          <p:cNvSpPr/>
          <p:nvPr/>
        </p:nvSpPr>
        <p:spPr>
          <a:xfrm flipH="1">
            <a:off x="5140240" y="2324235"/>
            <a:ext cx="175908" cy="90287"/>
          </a:xfrm>
          <a:custGeom>
            <a:avLst/>
            <a:gdLst>
              <a:gd name="connsiteX0" fmla="*/ 368565 w 368565"/>
              <a:gd name="connsiteY0" fmla="*/ 11342 h 189170"/>
              <a:gd name="connsiteX1" fmla="*/ 241565 w 368565"/>
              <a:gd name="connsiteY1" fmla="*/ 32508 h 189170"/>
              <a:gd name="connsiteX2" fmla="*/ 144198 w 368565"/>
              <a:gd name="connsiteY2" fmla="*/ 2875 h 189170"/>
              <a:gd name="connsiteX3" fmla="*/ 8732 w 368565"/>
              <a:gd name="connsiteY3" fmla="*/ 117175 h 189170"/>
              <a:gd name="connsiteX4" fmla="*/ 12965 w 368565"/>
              <a:gd name="connsiteY4" fmla="*/ 184908 h 189170"/>
              <a:gd name="connsiteX5" fmla="*/ 8732 w 368565"/>
              <a:gd name="connsiteY5" fmla="*/ 176442 h 18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8565" h="189170">
                <a:moveTo>
                  <a:pt x="368565" y="11342"/>
                </a:moveTo>
                <a:cubicBezTo>
                  <a:pt x="323762" y="22630"/>
                  <a:pt x="278959" y="33919"/>
                  <a:pt x="241565" y="32508"/>
                </a:cubicBezTo>
                <a:cubicBezTo>
                  <a:pt x="204170" y="31097"/>
                  <a:pt x="183003" y="-11236"/>
                  <a:pt x="144198" y="2875"/>
                </a:cubicBezTo>
                <a:cubicBezTo>
                  <a:pt x="105393" y="16986"/>
                  <a:pt x="30604" y="86836"/>
                  <a:pt x="8732" y="117175"/>
                </a:cubicBezTo>
                <a:cubicBezTo>
                  <a:pt x="-13140" y="147514"/>
                  <a:pt x="12965" y="184908"/>
                  <a:pt x="12965" y="184908"/>
                </a:cubicBezTo>
                <a:cubicBezTo>
                  <a:pt x="12965" y="194786"/>
                  <a:pt x="10848" y="185614"/>
                  <a:pt x="8732" y="176442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2391D437-274A-1EC7-7AC8-62BE8BEA84AB}"/>
              </a:ext>
            </a:extLst>
          </p:cNvPr>
          <p:cNvSpPr/>
          <p:nvPr/>
        </p:nvSpPr>
        <p:spPr>
          <a:xfrm flipH="1">
            <a:off x="5206915" y="2309443"/>
            <a:ext cx="214170" cy="40410"/>
          </a:xfrm>
          <a:custGeom>
            <a:avLst/>
            <a:gdLst>
              <a:gd name="connsiteX0" fmla="*/ 0 w 448733"/>
              <a:gd name="connsiteY0" fmla="*/ 84667 h 84667"/>
              <a:gd name="connsiteX1" fmla="*/ 55033 w 448733"/>
              <a:gd name="connsiteY1" fmla="*/ 38100 h 84667"/>
              <a:gd name="connsiteX2" fmla="*/ 232833 w 448733"/>
              <a:gd name="connsiteY2" fmla="*/ 0 h 84667"/>
              <a:gd name="connsiteX3" fmla="*/ 351366 w 448733"/>
              <a:gd name="connsiteY3" fmla="*/ 38100 h 84667"/>
              <a:gd name="connsiteX4" fmla="*/ 448733 w 448733"/>
              <a:gd name="connsiteY4" fmla="*/ 16934 h 84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8733" h="84667">
                <a:moveTo>
                  <a:pt x="0" y="84667"/>
                </a:moveTo>
                <a:cubicBezTo>
                  <a:pt x="8114" y="68439"/>
                  <a:pt x="16228" y="52211"/>
                  <a:pt x="55033" y="38100"/>
                </a:cubicBezTo>
                <a:cubicBezTo>
                  <a:pt x="93838" y="23989"/>
                  <a:pt x="183444" y="0"/>
                  <a:pt x="232833" y="0"/>
                </a:cubicBezTo>
                <a:cubicBezTo>
                  <a:pt x="282222" y="0"/>
                  <a:pt x="315383" y="35278"/>
                  <a:pt x="351366" y="38100"/>
                </a:cubicBezTo>
                <a:cubicBezTo>
                  <a:pt x="387349" y="40922"/>
                  <a:pt x="418041" y="28928"/>
                  <a:pt x="448733" y="16934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3191B787-3CB7-7DAF-9F13-353790AC739B}"/>
              </a:ext>
            </a:extLst>
          </p:cNvPr>
          <p:cNvSpPr/>
          <p:nvPr/>
        </p:nvSpPr>
        <p:spPr>
          <a:xfrm flipH="1">
            <a:off x="5219038" y="2382181"/>
            <a:ext cx="20754" cy="105325"/>
          </a:xfrm>
          <a:custGeom>
            <a:avLst/>
            <a:gdLst>
              <a:gd name="connsiteX0" fmla="*/ 1152 w 43485"/>
              <a:gd name="connsiteY0" fmla="*/ 0 h 220678"/>
              <a:gd name="connsiteX1" fmla="*/ 5385 w 43485"/>
              <a:gd name="connsiteY1" fmla="*/ 190500 h 220678"/>
              <a:gd name="connsiteX2" fmla="*/ 43485 w 43485"/>
              <a:gd name="connsiteY2" fmla="*/ 220134 h 220678"/>
              <a:gd name="connsiteX3" fmla="*/ 43485 w 43485"/>
              <a:gd name="connsiteY3" fmla="*/ 220134 h 220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85" h="220678">
                <a:moveTo>
                  <a:pt x="1152" y="0"/>
                </a:moveTo>
                <a:cubicBezTo>
                  <a:pt x="-260" y="76905"/>
                  <a:pt x="-1671" y="153811"/>
                  <a:pt x="5385" y="190500"/>
                </a:cubicBezTo>
                <a:cubicBezTo>
                  <a:pt x="12441" y="227189"/>
                  <a:pt x="43485" y="220134"/>
                  <a:pt x="43485" y="220134"/>
                </a:cubicBezTo>
                <a:lnTo>
                  <a:pt x="43485" y="220134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3B98EAD8-D94C-0D3E-14A1-C673B2C0A1B3}"/>
              </a:ext>
            </a:extLst>
          </p:cNvPr>
          <p:cNvSpPr/>
          <p:nvPr/>
        </p:nvSpPr>
        <p:spPr>
          <a:xfrm flipH="1">
            <a:off x="5303898" y="2311464"/>
            <a:ext cx="79108" cy="80819"/>
          </a:xfrm>
          <a:custGeom>
            <a:avLst/>
            <a:gdLst>
              <a:gd name="connsiteX0" fmla="*/ 165748 w 165748"/>
              <a:gd name="connsiteY0" fmla="*/ 0 h 169333"/>
              <a:gd name="connsiteX1" fmla="*/ 13348 w 165748"/>
              <a:gd name="connsiteY1" fmla="*/ 122766 h 169333"/>
              <a:gd name="connsiteX2" fmla="*/ 17581 w 165748"/>
              <a:gd name="connsiteY2" fmla="*/ 169333 h 169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748" h="169333">
                <a:moveTo>
                  <a:pt x="165748" y="0"/>
                </a:moveTo>
                <a:cubicBezTo>
                  <a:pt x="101895" y="47272"/>
                  <a:pt x="38042" y="94544"/>
                  <a:pt x="13348" y="122766"/>
                </a:cubicBezTo>
                <a:cubicBezTo>
                  <a:pt x="-11347" y="150988"/>
                  <a:pt x="3117" y="160160"/>
                  <a:pt x="17581" y="169333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72F46357-4787-14E3-6B6A-DA0F971257D6}"/>
              </a:ext>
            </a:extLst>
          </p:cNvPr>
          <p:cNvSpPr/>
          <p:nvPr/>
        </p:nvSpPr>
        <p:spPr>
          <a:xfrm flipH="1">
            <a:off x="5210956" y="2337654"/>
            <a:ext cx="133351" cy="161714"/>
          </a:xfrm>
          <a:custGeom>
            <a:avLst/>
            <a:gdLst>
              <a:gd name="connsiteX0" fmla="*/ 279400 w 279400"/>
              <a:gd name="connsiteY0" fmla="*/ 4392 h 338826"/>
              <a:gd name="connsiteX1" fmla="*/ 177800 w 279400"/>
              <a:gd name="connsiteY1" fmla="*/ 46726 h 338826"/>
              <a:gd name="connsiteX2" fmla="*/ 0 w 279400"/>
              <a:gd name="connsiteY2" fmla="*/ 338826 h 338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9400" h="338826">
                <a:moveTo>
                  <a:pt x="279400" y="4392"/>
                </a:moveTo>
                <a:cubicBezTo>
                  <a:pt x="251883" y="-2311"/>
                  <a:pt x="224367" y="-9013"/>
                  <a:pt x="177800" y="46726"/>
                </a:cubicBezTo>
                <a:cubicBezTo>
                  <a:pt x="131233" y="102465"/>
                  <a:pt x="65616" y="220645"/>
                  <a:pt x="0" y="338826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CF11C6F7-E934-8D34-68AB-784629E3C756}"/>
              </a:ext>
            </a:extLst>
          </p:cNvPr>
          <p:cNvSpPr/>
          <p:nvPr/>
        </p:nvSpPr>
        <p:spPr>
          <a:xfrm flipH="1">
            <a:off x="5267530" y="2410468"/>
            <a:ext cx="2020" cy="107085"/>
          </a:xfrm>
          <a:custGeom>
            <a:avLst/>
            <a:gdLst>
              <a:gd name="connsiteX0" fmla="*/ 0 w 4233"/>
              <a:gd name="connsiteY0" fmla="*/ 0 h 224367"/>
              <a:gd name="connsiteX1" fmla="*/ 4233 w 4233"/>
              <a:gd name="connsiteY1" fmla="*/ 224367 h 224367"/>
              <a:gd name="connsiteX2" fmla="*/ 4233 w 4233"/>
              <a:gd name="connsiteY2" fmla="*/ 224367 h 224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3" h="224367">
                <a:moveTo>
                  <a:pt x="0" y="0"/>
                </a:moveTo>
                <a:lnTo>
                  <a:pt x="4233" y="224367"/>
                </a:lnTo>
                <a:lnTo>
                  <a:pt x="4233" y="22436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7036915A-9A79-1FA1-A047-146A4049A558}"/>
              </a:ext>
            </a:extLst>
          </p:cNvPr>
          <p:cNvSpPr/>
          <p:nvPr/>
        </p:nvSpPr>
        <p:spPr>
          <a:xfrm flipH="1">
            <a:off x="5202874" y="2343792"/>
            <a:ext cx="10103" cy="94963"/>
          </a:xfrm>
          <a:custGeom>
            <a:avLst/>
            <a:gdLst>
              <a:gd name="connsiteX0" fmla="*/ 0 w 21167"/>
              <a:gd name="connsiteY0" fmla="*/ 0 h 198967"/>
              <a:gd name="connsiteX1" fmla="*/ 21167 w 21167"/>
              <a:gd name="connsiteY1" fmla="*/ 198967 h 198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167" h="198967">
                <a:moveTo>
                  <a:pt x="0" y="0"/>
                </a:moveTo>
                <a:lnTo>
                  <a:pt x="21167" y="19896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389A40DE-E683-58CD-FCF4-914EF5AB899D}"/>
              </a:ext>
            </a:extLst>
          </p:cNvPr>
          <p:cNvSpPr/>
          <p:nvPr/>
        </p:nvSpPr>
        <p:spPr>
          <a:xfrm flipH="1">
            <a:off x="5140509" y="2307423"/>
            <a:ext cx="147225" cy="36544"/>
          </a:xfrm>
          <a:custGeom>
            <a:avLst/>
            <a:gdLst>
              <a:gd name="connsiteX0" fmla="*/ 0 w 308469"/>
              <a:gd name="connsiteY0" fmla="*/ 0 h 76567"/>
              <a:gd name="connsiteX1" fmla="*/ 50800 w 308469"/>
              <a:gd name="connsiteY1" fmla="*/ 8467 h 76567"/>
              <a:gd name="connsiteX2" fmla="*/ 84666 w 308469"/>
              <a:gd name="connsiteY2" fmla="*/ 21167 h 76567"/>
              <a:gd name="connsiteX3" fmla="*/ 287866 w 308469"/>
              <a:gd name="connsiteY3" fmla="*/ 50800 h 76567"/>
              <a:gd name="connsiteX4" fmla="*/ 296333 w 308469"/>
              <a:gd name="connsiteY4" fmla="*/ 76200 h 76567"/>
              <a:gd name="connsiteX5" fmla="*/ 241300 w 308469"/>
              <a:gd name="connsiteY5" fmla="*/ 63500 h 76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8469" h="76567">
                <a:moveTo>
                  <a:pt x="0" y="0"/>
                </a:moveTo>
                <a:cubicBezTo>
                  <a:pt x="18344" y="2469"/>
                  <a:pt x="36689" y="4939"/>
                  <a:pt x="50800" y="8467"/>
                </a:cubicBezTo>
                <a:cubicBezTo>
                  <a:pt x="64911" y="11995"/>
                  <a:pt x="45155" y="14112"/>
                  <a:pt x="84666" y="21167"/>
                </a:cubicBezTo>
                <a:cubicBezTo>
                  <a:pt x="124177" y="28222"/>
                  <a:pt x="252588" y="41628"/>
                  <a:pt x="287866" y="50800"/>
                </a:cubicBezTo>
                <a:cubicBezTo>
                  <a:pt x="323144" y="59972"/>
                  <a:pt x="304094" y="74083"/>
                  <a:pt x="296333" y="76200"/>
                </a:cubicBezTo>
                <a:cubicBezTo>
                  <a:pt x="288572" y="78317"/>
                  <a:pt x="264936" y="70908"/>
                  <a:pt x="241300" y="6350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FAB71A8-263D-4100-B080-F3DC282C16F1}"/>
              </a:ext>
            </a:extLst>
          </p:cNvPr>
          <p:cNvCxnSpPr>
            <a:cxnSpLocks/>
          </p:cNvCxnSpPr>
          <p:nvPr/>
        </p:nvCxnSpPr>
        <p:spPr>
          <a:xfrm flipH="1">
            <a:off x="5008308" y="2337654"/>
            <a:ext cx="116177" cy="546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A04370A-5CE1-F9D2-FD35-375575FE4AAA}"/>
              </a:ext>
            </a:extLst>
          </p:cNvPr>
          <p:cNvCxnSpPr>
            <a:cxnSpLocks/>
          </p:cNvCxnSpPr>
          <p:nvPr/>
        </p:nvCxnSpPr>
        <p:spPr>
          <a:xfrm flipH="1">
            <a:off x="5041236" y="2374061"/>
            <a:ext cx="108504" cy="64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A42DBCA-D84E-735D-7457-82DE8B738D93}"/>
              </a:ext>
            </a:extLst>
          </p:cNvPr>
          <p:cNvCxnSpPr>
            <a:cxnSpLocks/>
          </p:cNvCxnSpPr>
          <p:nvPr/>
        </p:nvCxnSpPr>
        <p:spPr>
          <a:xfrm flipH="1" flipV="1">
            <a:off x="5003557" y="2395350"/>
            <a:ext cx="31074" cy="394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ED683FAE-E47C-7F85-A125-E51D52C75E19}"/>
              </a:ext>
            </a:extLst>
          </p:cNvPr>
          <p:cNvSpPr/>
          <p:nvPr/>
        </p:nvSpPr>
        <p:spPr>
          <a:xfrm flipH="1">
            <a:off x="5061429" y="2304099"/>
            <a:ext cx="36969" cy="32327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A0B961B8-2365-14E3-35BE-6177A6B01D38}"/>
              </a:ext>
            </a:extLst>
          </p:cNvPr>
          <p:cNvGrpSpPr/>
          <p:nvPr/>
        </p:nvGrpSpPr>
        <p:grpSpPr>
          <a:xfrm flipH="1">
            <a:off x="4763325" y="3834044"/>
            <a:ext cx="714143" cy="804641"/>
            <a:chOff x="8890000" y="4287338"/>
            <a:chExt cx="1496283" cy="1685895"/>
          </a:xfrm>
        </p:grpSpPr>
        <p:sp>
          <p:nvSpPr>
            <p:cNvPr id="1033" name="Freeform 1032">
              <a:extLst>
                <a:ext uri="{FF2B5EF4-FFF2-40B4-BE49-F238E27FC236}">
                  <a16:creationId xmlns:a16="http://schemas.microsoft.com/office/drawing/2014/main" id="{1E001A9B-5B3A-D931-382C-10B389DD4DA1}"/>
                </a:ext>
              </a:extLst>
            </p:cNvPr>
            <p:cNvSpPr/>
            <p:nvPr/>
          </p:nvSpPr>
          <p:spPr>
            <a:xfrm>
              <a:off x="9306125" y="4287338"/>
              <a:ext cx="1080158" cy="1635809"/>
            </a:xfrm>
            <a:custGeom>
              <a:avLst/>
              <a:gdLst>
                <a:gd name="connsiteX0" fmla="*/ 269675 w 1080158"/>
                <a:gd name="connsiteY0" fmla="*/ 98395 h 1635809"/>
                <a:gd name="connsiteX1" fmla="*/ 337408 w 1080158"/>
                <a:gd name="connsiteY1" fmla="*/ 22195 h 1635809"/>
                <a:gd name="connsiteX2" fmla="*/ 519442 w 1080158"/>
                <a:gd name="connsiteY2" fmla="*/ 1029 h 1635809"/>
                <a:gd name="connsiteX3" fmla="*/ 688775 w 1080158"/>
                <a:gd name="connsiteY3" fmla="*/ 47595 h 1635809"/>
                <a:gd name="connsiteX4" fmla="*/ 832708 w 1080158"/>
                <a:gd name="connsiteY4" fmla="*/ 136495 h 1635809"/>
                <a:gd name="connsiteX5" fmla="*/ 904675 w 1080158"/>
                <a:gd name="connsiteY5" fmla="*/ 216929 h 1635809"/>
                <a:gd name="connsiteX6" fmla="*/ 955475 w 1080158"/>
                <a:gd name="connsiteY6" fmla="*/ 314295 h 1635809"/>
                <a:gd name="connsiteX7" fmla="*/ 972408 w 1080158"/>
                <a:gd name="connsiteY7" fmla="*/ 424362 h 1635809"/>
                <a:gd name="connsiteX8" fmla="*/ 989342 w 1080158"/>
                <a:gd name="connsiteY8" fmla="*/ 504795 h 1635809"/>
                <a:gd name="connsiteX9" fmla="*/ 1006275 w 1080158"/>
                <a:gd name="connsiteY9" fmla="*/ 602162 h 1635809"/>
                <a:gd name="connsiteX10" fmla="*/ 1031675 w 1080158"/>
                <a:gd name="connsiteY10" fmla="*/ 682595 h 1635809"/>
                <a:gd name="connsiteX11" fmla="*/ 1057075 w 1080158"/>
                <a:gd name="connsiteY11" fmla="*/ 775729 h 1635809"/>
                <a:gd name="connsiteX12" fmla="*/ 1078242 w 1080158"/>
                <a:gd name="connsiteY12" fmla="*/ 868862 h 1635809"/>
                <a:gd name="connsiteX13" fmla="*/ 1006275 w 1080158"/>
                <a:gd name="connsiteY13" fmla="*/ 1249862 h 1635809"/>
                <a:gd name="connsiteX14" fmla="*/ 862342 w 1080158"/>
                <a:gd name="connsiteY14" fmla="*/ 1541962 h 1635809"/>
                <a:gd name="connsiteX15" fmla="*/ 845408 w 1080158"/>
                <a:gd name="connsiteY15" fmla="*/ 1635095 h 1635809"/>
                <a:gd name="connsiteX16" fmla="*/ 790375 w 1080158"/>
                <a:gd name="connsiteY16" fmla="*/ 1584295 h 1635809"/>
                <a:gd name="connsiteX17" fmla="*/ 557542 w 1080158"/>
                <a:gd name="connsiteY17" fmla="*/ 1571595 h 1635809"/>
                <a:gd name="connsiteX18" fmla="*/ 256975 w 1080158"/>
                <a:gd name="connsiteY18" fmla="*/ 1440362 h 1635809"/>
                <a:gd name="connsiteX19" fmla="*/ 66475 w 1080158"/>
                <a:gd name="connsiteY19" fmla="*/ 1156729 h 1635809"/>
                <a:gd name="connsiteX20" fmla="*/ 7208 w 1080158"/>
                <a:gd name="connsiteY20" fmla="*/ 898495 h 1635809"/>
                <a:gd name="connsiteX21" fmla="*/ 19908 w 1080158"/>
                <a:gd name="connsiteY21" fmla="*/ 593695 h 1635809"/>
                <a:gd name="connsiteX22" fmla="*/ 176542 w 1080158"/>
                <a:gd name="connsiteY22" fmla="*/ 356629 h 1635809"/>
                <a:gd name="connsiteX23" fmla="*/ 367042 w 1080158"/>
                <a:gd name="connsiteY23" fmla="*/ 322762 h 1635809"/>
                <a:gd name="connsiteX24" fmla="*/ 265442 w 1080158"/>
                <a:gd name="connsiteY24" fmla="*/ 271962 h 1635809"/>
                <a:gd name="connsiteX25" fmla="*/ 189242 w 1080158"/>
                <a:gd name="connsiteY25" fmla="*/ 288895 h 1635809"/>
                <a:gd name="connsiteX26" fmla="*/ 269675 w 1080158"/>
                <a:gd name="connsiteY26" fmla="*/ 98395 h 1635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80158" h="1635809">
                  <a:moveTo>
                    <a:pt x="269675" y="98395"/>
                  </a:moveTo>
                  <a:cubicBezTo>
                    <a:pt x="294369" y="53945"/>
                    <a:pt x="295780" y="38423"/>
                    <a:pt x="337408" y="22195"/>
                  </a:cubicBezTo>
                  <a:cubicBezTo>
                    <a:pt x="379036" y="5967"/>
                    <a:pt x="460881" y="-3204"/>
                    <a:pt x="519442" y="1029"/>
                  </a:cubicBezTo>
                  <a:cubicBezTo>
                    <a:pt x="578003" y="5262"/>
                    <a:pt x="636564" y="25017"/>
                    <a:pt x="688775" y="47595"/>
                  </a:cubicBezTo>
                  <a:cubicBezTo>
                    <a:pt x="740986" y="70173"/>
                    <a:pt x="796725" y="108273"/>
                    <a:pt x="832708" y="136495"/>
                  </a:cubicBezTo>
                  <a:cubicBezTo>
                    <a:pt x="868691" y="164717"/>
                    <a:pt x="884214" y="187296"/>
                    <a:pt x="904675" y="216929"/>
                  </a:cubicBezTo>
                  <a:cubicBezTo>
                    <a:pt x="925136" y="246562"/>
                    <a:pt x="944186" y="279723"/>
                    <a:pt x="955475" y="314295"/>
                  </a:cubicBezTo>
                  <a:cubicBezTo>
                    <a:pt x="966764" y="348867"/>
                    <a:pt x="966764" y="392612"/>
                    <a:pt x="972408" y="424362"/>
                  </a:cubicBezTo>
                  <a:cubicBezTo>
                    <a:pt x="978052" y="456112"/>
                    <a:pt x="983698" y="475162"/>
                    <a:pt x="989342" y="504795"/>
                  </a:cubicBezTo>
                  <a:cubicBezTo>
                    <a:pt x="994986" y="534428"/>
                    <a:pt x="999220" y="572529"/>
                    <a:pt x="1006275" y="602162"/>
                  </a:cubicBezTo>
                  <a:cubicBezTo>
                    <a:pt x="1013330" y="631795"/>
                    <a:pt x="1023208" y="653667"/>
                    <a:pt x="1031675" y="682595"/>
                  </a:cubicBezTo>
                  <a:cubicBezTo>
                    <a:pt x="1040142" y="711523"/>
                    <a:pt x="1049314" y="744685"/>
                    <a:pt x="1057075" y="775729"/>
                  </a:cubicBezTo>
                  <a:cubicBezTo>
                    <a:pt x="1064836" y="806773"/>
                    <a:pt x="1086709" y="789840"/>
                    <a:pt x="1078242" y="868862"/>
                  </a:cubicBezTo>
                  <a:cubicBezTo>
                    <a:pt x="1069775" y="947884"/>
                    <a:pt x="1042258" y="1137679"/>
                    <a:pt x="1006275" y="1249862"/>
                  </a:cubicBezTo>
                  <a:cubicBezTo>
                    <a:pt x="970292" y="1362045"/>
                    <a:pt x="889153" y="1477757"/>
                    <a:pt x="862342" y="1541962"/>
                  </a:cubicBezTo>
                  <a:cubicBezTo>
                    <a:pt x="835531" y="1606167"/>
                    <a:pt x="857402" y="1628040"/>
                    <a:pt x="845408" y="1635095"/>
                  </a:cubicBezTo>
                  <a:cubicBezTo>
                    <a:pt x="833414" y="1642150"/>
                    <a:pt x="838353" y="1594878"/>
                    <a:pt x="790375" y="1584295"/>
                  </a:cubicBezTo>
                  <a:cubicBezTo>
                    <a:pt x="742397" y="1573712"/>
                    <a:pt x="646442" y="1595584"/>
                    <a:pt x="557542" y="1571595"/>
                  </a:cubicBezTo>
                  <a:cubicBezTo>
                    <a:pt x="468642" y="1547606"/>
                    <a:pt x="338820" y="1509506"/>
                    <a:pt x="256975" y="1440362"/>
                  </a:cubicBezTo>
                  <a:cubicBezTo>
                    <a:pt x="175130" y="1371218"/>
                    <a:pt x="108103" y="1247040"/>
                    <a:pt x="66475" y="1156729"/>
                  </a:cubicBezTo>
                  <a:cubicBezTo>
                    <a:pt x="24847" y="1066418"/>
                    <a:pt x="14969" y="992334"/>
                    <a:pt x="7208" y="898495"/>
                  </a:cubicBezTo>
                  <a:cubicBezTo>
                    <a:pt x="-553" y="804656"/>
                    <a:pt x="-8314" y="684006"/>
                    <a:pt x="19908" y="593695"/>
                  </a:cubicBezTo>
                  <a:cubicBezTo>
                    <a:pt x="48130" y="503384"/>
                    <a:pt x="118686" y="401784"/>
                    <a:pt x="176542" y="356629"/>
                  </a:cubicBezTo>
                  <a:cubicBezTo>
                    <a:pt x="234398" y="311474"/>
                    <a:pt x="352225" y="336873"/>
                    <a:pt x="367042" y="322762"/>
                  </a:cubicBezTo>
                  <a:cubicBezTo>
                    <a:pt x="381859" y="308651"/>
                    <a:pt x="295075" y="277606"/>
                    <a:pt x="265442" y="271962"/>
                  </a:cubicBezTo>
                  <a:cubicBezTo>
                    <a:pt x="235809" y="266318"/>
                    <a:pt x="192770" y="310767"/>
                    <a:pt x="189242" y="288895"/>
                  </a:cubicBezTo>
                  <a:cubicBezTo>
                    <a:pt x="185714" y="267023"/>
                    <a:pt x="244981" y="142845"/>
                    <a:pt x="269675" y="98395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8" name="Freeform 1037">
              <a:extLst>
                <a:ext uri="{FF2B5EF4-FFF2-40B4-BE49-F238E27FC236}">
                  <a16:creationId xmlns:a16="http://schemas.microsoft.com/office/drawing/2014/main" id="{9ABB30F7-0686-C75E-2ED2-619EC200DFCD}"/>
                </a:ext>
              </a:extLst>
            </p:cNvPr>
            <p:cNvSpPr/>
            <p:nvPr/>
          </p:nvSpPr>
          <p:spPr>
            <a:xfrm>
              <a:off x="9605433" y="4315899"/>
              <a:ext cx="304800" cy="370401"/>
            </a:xfrm>
            <a:custGeom>
              <a:avLst/>
              <a:gdLst>
                <a:gd name="connsiteX0" fmla="*/ 0 w 304800"/>
                <a:gd name="connsiteY0" fmla="*/ 19034 h 370401"/>
                <a:gd name="connsiteX1" fmla="*/ 97367 w 304800"/>
                <a:gd name="connsiteY1" fmla="*/ 2101 h 370401"/>
                <a:gd name="connsiteX2" fmla="*/ 220134 w 304800"/>
                <a:gd name="connsiteY2" fmla="*/ 61368 h 370401"/>
                <a:gd name="connsiteX3" fmla="*/ 275167 w 304800"/>
                <a:gd name="connsiteY3" fmla="*/ 141801 h 370401"/>
                <a:gd name="connsiteX4" fmla="*/ 304800 w 304800"/>
                <a:gd name="connsiteY4" fmla="*/ 370401 h 370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0" h="370401">
                  <a:moveTo>
                    <a:pt x="0" y="19034"/>
                  </a:moveTo>
                  <a:cubicBezTo>
                    <a:pt x="30339" y="7039"/>
                    <a:pt x="60678" y="-4955"/>
                    <a:pt x="97367" y="2101"/>
                  </a:cubicBezTo>
                  <a:cubicBezTo>
                    <a:pt x="134056" y="9157"/>
                    <a:pt x="190501" y="38085"/>
                    <a:pt x="220134" y="61368"/>
                  </a:cubicBezTo>
                  <a:cubicBezTo>
                    <a:pt x="249767" y="84651"/>
                    <a:pt x="261056" y="90296"/>
                    <a:pt x="275167" y="141801"/>
                  </a:cubicBezTo>
                  <a:cubicBezTo>
                    <a:pt x="289278" y="193306"/>
                    <a:pt x="297039" y="281853"/>
                    <a:pt x="304800" y="37040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1039" name="Freeform 1038">
              <a:extLst>
                <a:ext uri="{FF2B5EF4-FFF2-40B4-BE49-F238E27FC236}">
                  <a16:creationId xmlns:a16="http://schemas.microsoft.com/office/drawing/2014/main" id="{D8CEA5B5-A558-6A61-A00C-55CD54BE1514}"/>
                </a:ext>
              </a:extLst>
            </p:cNvPr>
            <p:cNvSpPr/>
            <p:nvPr/>
          </p:nvSpPr>
          <p:spPr>
            <a:xfrm>
              <a:off x="9475451" y="4668428"/>
              <a:ext cx="396682" cy="794243"/>
            </a:xfrm>
            <a:custGeom>
              <a:avLst/>
              <a:gdLst>
                <a:gd name="connsiteX0" fmla="*/ 396682 w 396682"/>
                <a:gd name="connsiteY0" fmla="*/ 22105 h 794243"/>
                <a:gd name="connsiteX1" fmla="*/ 134216 w 396682"/>
                <a:gd name="connsiteY1" fmla="*/ 5172 h 794243"/>
                <a:gd name="connsiteX2" fmla="*/ 19916 w 396682"/>
                <a:gd name="connsiteY2" fmla="*/ 102539 h 794243"/>
                <a:gd name="connsiteX3" fmla="*/ 2982 w 396682"/>
                <a:gd name="connsiteY3" fmla="*/ 259172 h 794243"/>
                <a:gd name="connsiteX4" fmla="*/ 53782 w 396682"/>
                <a:gd name="connsiteY4" fmla="*/ 390405 h 794243"/>
                <a:gd name="connsiteX5" fmla="*/ 19916 w 396682"/>
                <a:gd name="connsiteY5" fmla="*/ 530105 h 794243"/>
                <a:gd name="connsiteX6" fmla="*/ 79182 w 396682"/>
                <a:gd name="connsiteY6" fmla="*/ 703672 h 794243"/>
                <a:gd name="connsiteX7" fmla="*/ 210416 w 396682"/>
                <a:gd name="connsiteY7" fmla="*/ 792572 h 794243"/>
                <a:gd name="connsiteX8" fmla="*/ 341649 w 396682"/>
                <a:gd name="connsiteY8" fmla="*/ 754472 h 794243"/>
                <a:gd name="connsiteX9" fmla="*/ 396682 w 396682"/>
                <a:gd name="connsiteY9" fmla="*/ 665572 h 794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6682" h="794243">
                  <a:moveTo>
                    <a:pt x="396682" y="22105"/>
                  </a:moveTo>
                  <a:cubicBezTo>
                    <a:pt x="296846" y="6935"/>
                    <a:pt x="197010" y="-8234"/>
                    <a:pt x="134216" y="5172"/>
                  </a:cubicBezTo>
                  <a:cubicBezTo>
                    <a:pt x="71422" y="18578"/>
                    <a:pt x="41788" y="60206"/>
                    <a:pt x="19916" y="102539"/>
                  </a:cubicBezTo>
                  <a:cubicBezTo>
                    <a:pt x="-1956" y="144872"/>
                    <a:pt x="-2662" y="211194"/>
                    <a:pt x="2982" y="259172"/>
                  </a:cubicBezTo>
                  <a:cubicBezTo>
                    <a:pt x="8626" y="307150"/>
                    <a:pt x="50960" y="345250"/>
                    <a:pt x="53782" y="390405"/>
                  </a:cubicBezTo>
                  <a:cubicBezTo>
                    <a:pt x="56604" y="435560"/>
                    <a:pt x="15683" y="477894"/>
                    <a:pt x="19916" y="530105"/>
                  </a:cubicBezTo>
                  <a:cubicBezTo>
                    <a:pt x="24149" y="582316"/>
                    <a:pt x="47432" y="659928"/>
                    <a:pt x="79182" y="703672"/>
                  </a:cubicBezTo>
                  <a:cubicBezTo>
                    <a:pt x="110932" y="747416"/>
                    <a:pt x="166671" y="784105"/>
                    <a:pt x="210416" y="792572"/>
                  </a:cubicBezTo>
                  <a:cubicBezTo>
                    <a:pt x="254161" y="801039"/>
                    <a:pt x="310605" y="775639"/>
                    <a:pt x="341649" y="754472"/>
                  </a:cubicBezTo>
                  <a:cubicBezTo>
                    <a:pt x="372693" y="733305"/>
                    <a:pt x="384687" y="699438"/>
                    <a:pt x="396682" y="66557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0" name="Freeform 1039">
              <a:extLst>
                <a:ext uri="{FF2B5EF4-FFF2-40B4-BE49-F238E27FC236}">
                  <a16:creationId xmlns:a16="http://schemas.microsoft.com/office/drawing/2014/main" id="{90262E91-2B93-A41D-D545-48B442F14FBC}"/>
                </a:ext>
              </a:extLst>
            </p:cNvPr>
            <p:cNvSpPr/>
            <p:nvPr/>
          </p:nvSpPr>
          <p:spPr>
            <a:xfrm>
              <a:off x="9307679" y="5468363"/>
              <a:ext cx="361254" cy="255104"/>
            </a:xfrm>
            <a:custGeom>
              <a:avLst/>
              <a:gdLst>
                <a:gd name="connsiteX0" fmla="*/ 272354 w 361254"/>
                <a:gd name="connsiteY0" fmla="*/ 255104 h 255104"/>
                <a:gd name="connsiteX1" fmla="*/ 259654 w 361254"/>
                <a:gd name="connsiteY1" fmla="*/ 157737 h 255104"/>
                <a:gd name="connsiteX2" fmla="*/ 149588 w 361254"/>
                <a:gd name="connsiteY2" fmla="*/ 98470 h 255104"/>
                <a:gd name="connsiteX3" fmla="*/ 86088 w 361254"/>
                <a:gd name="connsiteY3" fmla="*/ 102704 h 255104"/>
                <a:gd name="connsiteX4" fmla="*/ 56454 w 361254"/>
                <a:gd name="connsiteY4" fmla="*/ 77304 h 255104"/>
                <a:gd name="connsiteX5" fmla="*/ 1421 w 361254"/>
                <a:gd name="connsiteY5" fmla="*/ 98470 h 255104"/>
                <a:gd name="connsiteX6" fmla="*/ 119954 w 361254"/>
                <a:gd name="connsiteY6" fmla="*/ 13804 h 255104"/>
                <a:gd name="connsiteX7" fmla="*/ 361254 w 361254"/>
                <a:gd name="connsiteY7" fmla="*/ 1104 h 25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1254" h="255104">
                  <a:moveTo>
                    <a:pt x="272354" y="255104"/>
                  </a:moveTo>
                  <a:cubicBezTo>
                    <a:pt x="276234" y="219473"/>
                    <a:pt x="280115" y="183843"/>
                    <a:pt x="259654" y="157737"/>
                  </a:cubicBezTo>
                  <a:cubicBezTo>
                    <a:pt x="239193" y="131631"/>
                    <a:pt x="178516" y="107642"/>
                    <a:pt x="149588" y="98470"/>
                  </a:cubicBezTo>
                  <a:cubicBezTo>
                    <a:pt x="120660" y="89298"/>
                    <a:pt x="101610" y="106232"/>
                    <a:pt x="86088" y="102704"/>
                  </a:cubicBezTo>
                  <a:cubicBezTo>
                    <a:pt x="70566" y="99176"/>
                    <a:pt x="70565" y="78010"/>
                    <a:pt x="56454" y="77304"/>
                  </a:cubicBezTo>
                  <a:cubicBezTo>
                    <a:pt x="42343" y="76598"/>
                    <a:pt x="-9162" y="109053"/>
                    <a:pt x="1421" y="98470"/>
                  </a:cubicBezTo>
                  <a:cubicBezTo>
                    <a:pt x="12004" y="87887"/>
                    <a:pt x="59982" y="30032"/>
                    <a:pt x="119954" y="13804"/>
                  </a:cubicBezTo>
                  <a:cubicBezTo>
                    <a:pt x="179926" y="-2424"/>
                    <a:pt x="270590" y="-660"/>
                    <a:pt x="361254" y="110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1" name="Freeform 1040">
              <a:extLst>
                <a:ext uri="{FF2B5EF4-FFF2-40B4-BE49-F238E27FC236}">
                  <a16:creationId xmlns:a16="http://schemas.microsoft.com/office/drawing/2014/main" id="{231D566F-E047-E03B-E4D0-9DA0BE9CC5D9}"/>
                </a:ext>
              </a:extLst>
            </p:cNvPr>
            <p:cNvSpPr/>
            <p:nvPr/>
          </p:nvSpPr>
          <p:spPr>
            <a:xfrm>
              <a:off x="9583409" y="4398118"/>
              <a:ext cx="575038" cy="1382429"/>
            </a:xfrm>
            <a:custGeom>
              <a:avLst/>
              <a:gdLst>
                <a:gd name="connsiteX0" fmla="*/ 305658 w 575038"/>
                <a:gd name="connsiteY0" fmla="*/ 21482 h 1382429"/>
                <a:gd name="connsiteX1" fmla="*/ 462291 w 575038"/>
                <a:gd name="connsiteY1" fmla="*/ 8782 h 1382429"/>
                <a:gd name="connsiteX2" fmla="*/ 572358 w 575038"/>
                <a:gd name="connsiteY2" fmla="*/ 135782 h 1382429"/>
                <a:gd name="connsiteX3" fmla="*/ 534258 w 575038"/>
                <a:gd name="connsiteY3" fmla="*/ 372849 h 1382429"/>
                <a:gd name="connsiteX4" fmla="*/ 458058 w 575038"/>
                <a:gd name="connsiteY4" fmla="*/ 491382 h 1382429"/>
                <a:gd name="connsiteX5" fmla="*/ 424191 w 575038"/>
                <a:gd name="connsiteY5" fmla="*/ 1050182 h 1382429"/>
                <a:gd name="connsiteX6" fmla="*/ 326824 w 575038"/>
                <a:gd name="connsiteY6" fmla="*/ 1329582 h 1382429"/>
                <a:gd name="connsiteX7" fmla="*/ 119391 w 575038"/>
                <a:gd name="connsiteY7" fmla="*/ 1367682 h 1382429"/>
                <a:gd name="connsiteX8" fmla="*/ 858 w 575038"/>
                <a:gd name="connsiteY8" fmla="*/ 1156015 h 1382429"/>
                <a:gd name="connsiteX9" fmla="*/ 68591 w 575038"/>
                <a:gd name="connsiteY9" fmla="*/ 1122149 h 1382429"/>
                <a:gd name="connsiteX10" fmla="*/ 119391 w 575038"/>
                <a:gd name="connsiteY10" fmla="*/ 1244915 h 1382429"/>
                <a:gd name="connsiteX11" fmla="*/ 237924 w 575038"/>
                <a:gd name="connsiteY11" fmla="*/ 1283015 h 1382429"/>
                <a:gd name="connsiteX12" fmla="*/ 297191 w 575038"/>
                <a:gd name="connsiteY12" fmla="*/ 1164482 h 1382429"/>
                <a:gd name="connsiteX13" fmla="*/ 356458 w 575038"/>
                <a:gd name="connsiteY13" fmla="*/ 504082 h 1382429"/>
                <a:gd name="connsiteX14" fmla="*/ 360691 w 575038"/>
                <a:gd name="connsiteY14" fmla="*/ 419415 h 1382429"/>
                <a:gd name="connsiteX15" fmla="*/ 445358 w 575038"/>
                <a:gd name="connsiteY15" fmla="*/ 334749 h 1382429"/>
                <a:gd name="connsiteX16" fmla="*/ 491924 w 575038"/>
                <a:gd name="connsiteY16" fmla="*/ 233149 h 1382429"/>
                <a:gd name="connsiteX17" fmla="*/ 474991 w 575038"/>
                <a:gd name="connsiteY17" fmla="*/ 135782 h 1382429"/>
                <a:gd name="connsiteX18" fmla="*/ 407258 w 575038"/>
                <a:gd name="connsiteY18" fmla="*/ 93449 h 1382429"/>
                <a:gd name="connsiteX19" fmla="*/ 339524 w 575038"/>
                <a:gd name="connsiteY19" fmla="*/ 106149 h 1382429"/>
                <a:gd name="connsiteX20" fmla="*/ 305658 w 575038"/>
                <a:gd name="connsiteY20" fmla="*/ 21482 h 138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5038" h="1382429">
                  <a:moveTo>
                    <a:pt x="305658" y="21482"/>
                  </a:moveTo>
                  <a:cubicBezTo>
                    <a:pt x="326119" y="5254"/>
                    <a:pt x="417841" y="-10268"/>
                    <a:pt x="462291" y="8782"/>
                  </a:cubicBezTo>
                  <a:cubicBezTo>
                    <a:pt x="506741" y="27832"/>
                    <a:pt x="560364" y="75104"/>
                    <a:pt x="572358" y="135782"/>
                  </a:cubicBezTo>
                  <a:cubicBezTo>
                    <a:pt x="584352" y="196460"/>
                    <a:pt x="553308" y="313582"/>
                    <a:pt x="534258" y="372849"/>
                  </a:cubicBezTo>
                  <a:cubicBezTo>
                    <a:pt x="515208" y="432116"/>
                    <a:pt x="476402" y="378493"/>
                    <a:pt x="458058" y="491382"/>
                  </a:cubicBezTo>
                  <a:cubicBezTo>
                    <a:pt x="439714" y="604271"/>
                    <a:pt x="446063" y="910482"/>
                    <a:pt x="424191" y="1050182"/>
                  </a:cubicBezTo>
                  <a:cubicBezTo>
                    <a:pt x="402319" y="1189882"/>
                    <a:pt x="377624" y="1276665"/>
                    <a:pt x="326824" y="1329582"/>
                  </a:cubicBezTo>
                  <a:cubicBezTo>
                    <a:pt x="276024" y="1382499"/>
                    <a:pt x="173719" y="1396610"/>
                    <a:pt x="119391" y="1367682"/>
                  </a:cubicBezTo>
                  <a:cubicBezTo>
                    <a:pt x="65063" y="1338754"/>
                    <a:pt x="9325" y="1196937"/>
                    <a:pt x="858" y="1156015"/>
                  </a:cubicBezTo>
                  <a:cubicBezTo>
                    <a:pt x="-7609" y="1115093"/>
                    <a:pt x="48835" y="1107332"/>
                    <a:pt x="68591" y="1122149"/>
                  </a:cubicBezTo>
                  <a:cubicBezTo>
                    <a:pt x="88346" y="1136966"/>
                    <a:pt x="91169" y="1218104"/>
                    <a:pt x="119391" y="1244915"/>
                  </a:cubicBezTo>
                  <a:cubicBezTo>
                    <a:pt x="147613" y="1271726"/>
                    <a:pt x="208291" y="1296420"/>
                    <a:pt x="237924" y="1283015"/>
                  </a:cubicBezTo>
                  <a:cubicBezTo>
                    <a:pt x="267557" y="1269610"/>
                    <a:pt x="277435" y="1294304"/>
                    <a:pt x="297191" y="1164482"/>
                  </a:cubicBezTo>
                  <a:cubicBezTo>
                    <a:pt x="316947" y="1034660"/>
                    <a:pt x="345875" y="628260"/>
                    <a:pt x="356458" y="504082"/>
                  </a:cubicBezTo>
                  <a:cubicBezTo>
                    <a:pt x="367041" y="379904"/>
                    <a:pt x="345874" y="447637"/>
                    <a:pt x="360691" y="419415"/>
                  </a:cubicBezTo>
                  <a:cubicBezTo>
                    <a:pt x="375508" y="391193"/>
                    <a:pt x="423486" y="365793"/>
                    <a:pt x="445358" y="334749"/>
                  </a:cubicBezTo>
                  <a:cubicBezTo>
                    <a:pt x="467230" y="303705"/>
                    <a:pt x="486985" y="266310"/>
                    <a:pt x="491924" y="233149"/>
                  </a:cubicBezTo>
                  <a:cubicBezTo>
                    <a:pt x="496863" y="199988"/>
                    <a:pt x="489102" y="159065"/>
                    <a:pt x="474991" y="135782"/>
                  </a:cubicBezTo>
                  <a:cubicBezTo>
                    <a:pt x="460880" y="112499"/>
                    <a:pt x="429836" y="98388"/>
                    <a:pt x="407258" y="93449"/>
                  </a:cubicBezTo>
                  <a:cubicBezTo>
                    <a:pt x="384680" y="88510"/>
                    <a:pt x="355752" y="118849"/>
                    <a:pt x="339524" y="106149"/>
                  </a:cubicBezTo>
                  <a:cubicBezTo>
                    <a:pt x="323296" y="93449"/>
                    <a:pt x="285197" y="37710"/>
                    <a:pt x="305658" y="21482"/>
                  </a:cubicBez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2" name="Freeform 1041">
              <a:extLst>
                <a:ext uri="{FF2B5EF4-FFF2-40B4-BE49-F238E27FC236}">
                  <a16:creationId xmlns:a16="http://schemas.microsoft.com/office/drawing/2014/main" id="{4C31E3A2-5888-9CD7-38DF-CEF0DE8FA437}"/>
                </a:ext>
              </a:extLst>
            </p:cNvPr>
            <p:cNvSpPr/>
            <p:nvPr/>
          </p:nvSpPr>
          <p:spPr>
            <a:xfrm>
              <a:off x="10028767" y="4891682"/>
              <a:ext cx="311249" cy="934503"/>
            </a:xfrm>
            <a:custGeom>
              <a:avLst/>
              <a:gdLst>
                <a:gd name="connsiteX0" fmla="*/ 33866 w 311249"/>
                <a:gd name="connsiteY0" fmla="*/ 6285 h 934503"/>
                <a:gd name="connsiteX1" fmla="*/ 63500 w 311249"/>
                <a:gd name="connsiteY1" fmla="*/ 65551 h 934503"/>
                <a:gd name="connsiteX2" fmla="*/ 143933 w 311249"/>
                <a:gd name="connsiteY2" fmla="*/ 90951 h 934503"/>
                <a:gd name="connsiteX3" fmla="*/ 203200 w 311249"/>
                <a:gd name="connsiteY3" fmla="*/ 65551 h 934503"/>
                <a:gd name="connsiteX4" fmla="*/ 241300 w 311249"/>
                <a:gd name="connsiteY4" fmla="*/ 2051 h 934503"/>
                <a:gd name="connsiteX5" fmla="*/ 270933 w 311249"/>
                <a:gd name="connsiteY5" fmla="*/ 150218 h 934503"/>
                <a:gd name="connsiteX6" fmla="*/ 309033 w 311249"/>
                <a:gd name="connsiteY6" fmla="*/ 251818 h 934503"/>
                <a:gd name="connsiteX7" fmla="*/ 300566 w 311249"/>
                <a:gd name="connsiteY7" fmla="*/ 450785 h 934503"/>
                <a:gd name="connsiteX8" fmla="*/ 249766 w 311249"/>
                <a:gd name="connsiteY8" fmla="*/ 641285 h 934503"/>
                <a:gd name="connsiteX9" fmla="*/ 122766 w 311249"/>
                <a:gd name="connsiteY9" fmla="*/ 907985 h 934503"/>
                <a:gd name="connsiteX10" fmla="*/ 0 w 311249"/>
                <a:gd name="connsiteY10" fmla="*/ 924918 h 934503"/>
                <a:gd name="connsiteX11" fmla="*/ 0 w 311249"/>
                <a:gd name="connsiteY11" fmla="*/ 924918 h 934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1249" h="934503">
                  <a:moveTo>
                    <a:pt x="33866" y="6285"/>
                  </a:moveTo>
                  <a:cubicBezTo>
                    <a:pt x="39511" y="28862"/>
                    <a:pt x="45156" y="51440"/>
                    <a:pt x="63500" y="65551"/>
                  </a:cubicBezTo>
                  <a:cubicBezTo>
                    <a:pt x="81844" y="79662"/>
                    <a:pt x="120650" y="90951"/>
                    <a:pt x="143933" y="90951"/>
                  </a:cubicBezTo>
                  <a:cubicBezTo>
                    <a:pt x="167216" y="90951"/>
                    <a:pt x="186972" y="80368"/>
                    <a:pt x="203200" y="65551"/>
                  </a:cubicBezTo>
                  <a:cubicBezTo>
                    <a:pt x="219428" y="50734"/>
                    <a:pt x="230011" y="-12060"/>
                    <a:pt x="241300" y="2051"/>
                  </a:cubicBezTo>
                  <a:cubicBezTo>
                    <a:pt x="252589" y="16162"/>
                    <a:pt x="259644" y="108590"/>
                    <a:pt x="270933" y="150218"/>
                  </a:cubicBezTo>
                  <a:cubicBezTo>
                    <a:pt x="282222" y="191846"/>
                    <a:pt x="304094" y="201724"/>
                    <a:pt x="309033" y="251818"/>
                  </a:cubicBezTo>
                  <a:cubicBezTo>
                    <a:pt x="313972" y="301912"/>
                    <a:pt x="310444" y="385874"/>
                    <a:pt x="300566" y="450785"/>
                  </a:cubicBezTo>
                  <a:cubicBezTo>
                    <a:pt x="290688" y="515696"/>
                    <a:pt x="279399" y="565085"/>
                    <a:pt x="249766" y="641285"/>
                  </a:cubicBezTo>
                  <a:cubicBezTo>
                    <a:pt x="220133" y="717485"/>
                    <a:pt x="164394" y="860713"/>
                    <a:pt x="122766" y="907985"/>
                  </a:cubicBezTo>
                  <a:cubicBezTo>
                    <a:pt x="81138" y="955257"/>
                    <a:pt x="0" y="924918"/>
                    <a:pt x="0" y="924918"/>
                  </a:cubicBezTo>
                  <a:lnTo>
                    <a:pt x="0" y="92491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3" name="Freeform 1042">
              <a:extLst>
                <a:ext uri="{FF2B5EF4-FFF2-40B4-BE49-F238E27FC236}">
                  <a16:creationId xmlns:a16="http://schemas.microsoft.com/office/drawing/2014/main" id="{1D4B4D7A-E2D1-84DF-2A5C-BB45B5FDE9A9}"/>
                </a:ext>
              </a:extLst>
            </p:cNvPr>
            <p:cNvSpPr/>
            <p:nvPr/>
          </p:nvSpPr>
          <p:spPr>
            <a:xfrm>
              <a:off x="9842500" y="5617113"/>
              <a:ext cx="351527" cy="233354"/>
            </a:xfrm>
            <a:custGeom>
              <a:avLst/>
              <a:gdLst>
                <a:gd name="connsiteX0" fmla="*/ 143933 w 351527"/>
                <a:gd name="connsiteY0" fmla="*/ 4754 h 233354"/>
                <a:gd name="connsiteX1" fmla="*/ 182033 w 351527"/>
                <a:gd name="connsiteY1" fmla="*/ 72487 h 233354"/>
                <a:gd name="connsiteX2" fmla="*/ 292100 w 351527"/>
                <a:gd name="connsiteY2" fmla="*/ 59787 h 233354"/>
                <a:gd name="connsiteX3" fmla="*/ 351367 w 351527"/>
                <a:gd name="connsiteY3" fmla="*/ 520 h 233354"/>
                <a:gd name="connsiteX4" fmla="*/ 304800 w 351527"/>
                <a:gd name="connsiteY4" fmla="*/ 97887 h 233354"/>
                <a:gd name="connsiteX5" fmla="*/ 173567 w 351527"/>
                <a:gd name="connsiteY5" fmla="*/ 123287 h 233354"/>
                <a:gd name="connsiteX6" fmla="*/ 122767 w 351527"/>
                <a:gd name="connsiteY6" fmla="*/ 102120 h 233354"/>
                <a:gd name="connsiteX7" fmla="*/ 97367 w 351527"/>
                <a:gd name="connsiteY7" fmla="*/ 135987 h 233354"/>
                <a:gd name="connsiteX8" fmla="*/ 169333 w 351527"/>
                <a:gd name="connsiteY8" fmla="*/ 220654 h 233354"/>
                <a:gd name="connsiteX9" fmla="*/ 76200 w 351527"/>
                <a:gd name="connsiteY9" fmla="*/ 174087 h 233354"/>
                <a:gd name="connsiteX10" fmla="*/ 0 w 351527"/>
                <a:gd name="connsiteY10" fmla="*/ 233354 h 23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1527" h="233354">
                  <a:moveTo>
                    <a:pt x="143933" y="4754"/>
                  </a:moveTo>
                  <a:cubicBezTo>
                    <a:pt x="150636" y="34034"/>
                    <a:pt x="157339" y="63315"/>
                    <a:pt x="182033" y="72487"/>
                  </a:cubicBezTo>
                  <a:cubicBezTo>
                    <a:pt x="206728" y="81659"/>
                    <a:pt x="263878" y="71782"/>
                    <a:pt x="292100" y="59787"/>
                  </a:cubicBezTo>
                  <a:cubicBezTo>
                    <a:pt x="320322" y="47793"/>
                    <a:pt x="349250" y="-5830"/>
                    <a:pt x="351367" y="520"/>
                  </a:cubicBezTo>
                  <a:cubicBezTo>
                    <a:pt x="353484" y="6870"/>
                    <a:pt x="334433" y="77426"/>
                    <a:pt x="304800" y="97887"/>
                  </a:cubicBezTo>
                  <a:cubicBezTo>
                    <a:pt x="275167" y="118348"/>
                    <a:pt x="203906" y="122582"/>
                    <a:pt x="173567" y="123287"/>
                  </a:cubicBezTo>
                  <a:cubicBezTo>
                    <a:pt x="143228" y="123992"/>
                    <a:pt x="135467" y="100003"/>
                    <a:pt x="122767" y="102120"/>
                  </a:cubicBezTo>
                  <a:cubicBezTo>
                    <a:pt x="110067" y="104237"/>
                    <a:pt x="89606" y="116231"/>
                    <a:pt x="97367" y="135987"/>
                  </a:cubicBezTo>
                  <a:cubicBezTo>
                    <a:pt x="105128" y="155743"/>
                    <a:pt x="172861" y="214304"/>
                    <a:pt x="169333" y="220654"/>
                  </a:cubicBezTo>
                  <a:cubicBezTo>
                    <a:pt x="165805" y="227004"/>
                    <a:pt x="104422" y="171970"/>
                    <a:pt x="76200" y="174087"/>
                  </a:cubicBezTo>
                  <a:cubicBezTo>
                    <a:pt x="47978" y="176204"/>
                    <a:pt x="23989" y="204779"/>
                    <a:pt x="0" y="23335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4" name="Freeform 1043">
              <a:extLst>
                <a:ext uri="{FF2B5EF4-FFF2-40B4-BE49-F238E27FC236}">
                  <a16:creationId xmlns:a16="http://schemas.microsoft.com/office/drawing/2014/main" id="{2CA3F058-7F26-C7AD-625B-8844C0352916}"/>
                </a:ext>
              </a:extLst>
            </p:cNvPr>
            <p:cNvSpPr/>
            <p:nvPr/>
          </p:nvSpPr>
          <p:spPr>
            <a:xfrm>
              <a:off x="9414933" y="5761567"/>
              <a:ext cx="177800" cy="211666"/>
            </a:xfrm>
            <a:custGeom>
              <a:avLst/>
              <a:gdLst>
                <a:gd name="connsiteX0" fmla="*/ 177800 w 177800"/>
                <a:gd name="connsiteY0" fmla="*/ 0 h 211666"/>
                <a:gd name="connsiteX1" fmla="*/ 0 w 177800"/>
                <a:gd name="connsiteY1" fmla="*/ 211666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7800" h="211666">
                  <a:moveTo>
                    <a:pt x="177800" y="0"/>
                  </a:moveTo>
                  <a:lnTo>
                    <a:pt x="0" y="211666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5" name="Freeform 1044">
              <a:extLst>
                <a:ext uri="{FF2B5EF4-FFF2-40B4-BE49-F238E27FC236}">
                  <a16:creationId xmlns:a16="http://schemas.microsoft.com/office/drawing/2014/main" id="{539E4949-0308-B606-E087-CB83976A5AA3}"/>
                </a:ext>
              </a:extLst>
            </p:cNvPr>
            <p:cNvSpPr/>
            <p:nvPr/>
          </p:nvSpPr>
          <p:spPr>
            <a:xfrm>
              <a:off x="9338733" y="5753100"/>
              <a:ext cx="258234" cy="169333"/>
            </a:xfrm>
            <a:custGeom>
              <a:avLst/>
              <a:gdLst>
                <a:gd name="connsiteX0" fmla="*/ 0 w 258234"/>
                <a:gd name="connsiteY0" fmla="*/ 169333 h 169333"/>
                <a:gd name="connsiteX1" fmla="*/ 258234 w 258234"/>
                <a:gd name="connsiteY1" fmla="*/ 0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234" h="169333">
                  <a:moveTo>
                    <a:pt x="0" y="169333"/>
                  </a:moveTo>
                  <a:lnTo>
                    <a:pt x="258234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7" name="Freeform 1046">
              <a:extLst>
                <a:ext uri="{FF2B5EF4-FFF2-40B4-BE49-F238E27FC236}">
                  <a16:creationId xmlns:a16="http://schemas.microsoft.com/office/drawing/2014/main" id="{8E292F5B-7FBD-3D06-A784-B422C48890A5}"/>
                </a:ext>
              </a:extLst>
            </p:cNvPr>
            <p:cNvSpPr/>
            <p:nvPr/>
          </p:nvSpPr>
          <p:spPr>
            <a:xfrm>
              <a:off x="8890000" y="4308014"/>
              <a:ext cx="673100" cy="77719"/>
            </a:xfrm>
            <a:custGeom>
              <a:avLst/>
              <a:gdLst>
                <a:gd name="connsiteX0" fmla="*/ 673100 w 673100"/>
                <a:gd name="connsiteY0" fmla="*/ 77719 h 77719"/>
                <a:gd name="connsiteX1" fmla="*/ 330200 w 673100"/>
                <a:gd name="connsiteY1" fmla="*/ 22686 h 77719"/>
                <a:gd name="connsiteX2" fmla="*/ 67733 w 673100"/>
                <a:gd name="connsiteY2" fmla="*/ 1519 h 77719"/>
                <a:gd name="connsiteX3" fmla="*/ 0 w 673100"/>
                <a:gd name="connsiteY3" fmla="*/ 60786 h 77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100" h="77719">
                  <a:moveTo>
                    <a:pt x="673100" y="77719"/>
                  </a:moveTo>
                  <a:cubicBezTo>
                    <a:pt x="552097" y="56552"/>
                    <a:pt x="431095" y="35386"/>
                    <a:pt x="330200" y="22686"/>
                  </a:cubicBezTo>
                  <a:cubicBezTo>
                    <a:pt x="229305" y="9986"/>
                    <a:pt x="122766" y="-4831"/>
                    <a:pt x="67733" y="1519"/>
                  </a:cubicBezTo>
                  <a:cubicBezTo>
                    <a:pt x="12700" y="7869"/>
                    <a:pt x="6350" y="34327"/>
                    <a:pt x="0" y="6078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8" name="Freeform 1047">
              <a:extLst>
                <a:ext uri="{FF2B5EF4-FFF2-40B4-BE49-F238E27FC236}">
                  <a16:creationId xmlns:a16="http://schemas.microsoft.com/office/drawing/2014/main" id="{A6337008-0C7F-3FD9-FAB6-F960904474DC}"/>
                </a:ext>
              </a:extLst>
            </p:cNvPr>
            <p:cNvSpPr/>
            <p:nvPr/>
          </p:nvSpPr>
          <p:spPr>
            <a:xfrm>
              <a:off x="9211733" y="4452271"/>
              <a:ext cx="317500" cy="339862"/>
            </a:xfrm>
            <a:custGeom>
              <a:avLst/>
              <a:gdLst>
                <a:gd name="connsiteX0" fmla="*/ 317500 w 317500"/>
                <a:gd name="connsiteY0" fmla="*/ 5429 h 339862"/>
                <a:gd name="connsiteX1" fmla="*/ 186267 w 317500"/>
                <a:gd name="connsiteY1" fmla="*/ 9662 h 339862"/>
                <a:gd name="connsiteX2" fmla="*/ 76200 w 317500"/>
                <a:gd name="connsiteY2" fmla="*/ 94329 h 339862"/>
                <a:gd name="connsiteX3" fmla="*/ 0 w 317500"/>
                <a:gd name="connsiteY3" fmla="*/ 339862 h 339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0" h="339862">
                  <a:moveTo>
                    <a:pt x="317500" y="5429"/>
                  </a:moveTo>
                  <a:cubicBezTo>
                    <a:pt x="271992" y="137"/>
                    <a:pt x="226484" y="-5155"/>
                    <a:pt x="186267" y="9662"/>
                  </a:cubicBezTo>
                  <a:cubicBezTo>
                    <a:pt x="146050" y="24479"/>
                    <a:pt x="107244" y="39296"/>
                    <a:pt x="76200" y="94329"/>
                  </a:cubicBezTo>
                  <a:cubicBezTo>
                    <a:pt x="45156" y="149362"/>
                    <a:pt x="22578" y="244612"/>
                    <a:pt x="0" y="33986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0" name="Freeform 1049">
              <a:extLst>
                <a:ext uri="{FF2B5EF4-FFF2-40B4-BE49-F238E27FC236}">
                  <a16:creationId xmlns:a16="http://schemas.microsoft.com/office/drawing/2014/main" id="{F4D0F6A9-ACD4-65EC-5990-4EEE4C583919}"/>
                </a:ext>
              </a:extLst>
            </p:cNvPr>
            <p:cNvSpPr/>
            <p:nvPr/>
          </p:nvSpPr>
          <p:spPr>
            <a:xfrm>
              <a:off x="9181835" y="4378625"/>
              <a:ext cx="368565" cy="189170"/>
            </a:xfrm>
            <a:custGeom>
              <a:avLst/>
              <a:gdLst>
                <a:gd name="connsiteX0" fmla="*/ 368565 w 368565"/>
                <a:gd name="connsiteY0" fmla="*/ 11342 h 189170"/>
                <a:gd name="connsiteX1" fmla="*/ 241565 w 368565"/>
                <a:gd name="connsiteY1" fmla="*/ 32508 h 189170"/>
                <a:gd name="connsiteX2" fmla="*/ 144198 w 368565"/>
                <a:gd name="connsiteY2" fmla="*/ 2875 h 189170"/>
                <a:gd name="connsiteX3" fmla="*/ 8732 w 368565"/>
                <a:gd name="connsiteY3" fmla="*/ 117175 h 189170"/>
                <a:gd name="connsiteX4" fmla="*/ 12965 w 368565"/>
                <a:gd name="connsiteY4" fmla="*/ 184908 h 189170"/>
                <a:gd name="connsiteX5" fmla="*/ 8732 w 368565"/>
                <a:gd name="connsiteY5" fmla="*/ 176442 h 189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8565" h="189170">
                  <a:moveTo>
                    <a:pt x="368565" y="11342"/>
                  </a:moveTo>
                  <a:cubicBezTo>
                    <a:pt x="323762" y="22630"/>
                    <a:pt x="278959" y="33919"/>
                    <a:pt x="241565" y="32508"/>
                  </a:cubicBezTo>
                  <a:cubicBezTo>
                    <a:pt x="204170" y="31097"/>
                    <a:pt x="183003" y="-11236"/>
                    <a:pt x="144198" y="2875"/>
                  </a:cubicBezTo>
                  <a:cubicBezTo>
                    <a:pt x="105393" y="16986"/>
                    <a:pt x="30604" y="86836"/>
                    <a:pt x="8732" y="117175"/>
                  </a:cubicBezTo>
                  <a:cubicBezTo>
                    <a:pt x="-13140" y="147514"/>
                    <a:pt x="12965" y="184908"/>
                    <a:pt x="12965" y="184908"/>
                  </a:cubicBezTo>
                  <a:cubicBezTo>
                    <a:pt x="12965" y="194786"/>
                    <a:pt x="10848" y="185614"/>
                    <a:pt x="8732" y="17644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1" name="Freeform 1050">
              <a:extLst>
                <a:ext uri="{FF2B5EF4-FFF2-40B4-BE49-F238E27FC236}">
                  <a16:creationId xmlns:a16="http://schemas.microsoft.com/office/drawing/2014/main" id="{4579C78A-AB08-BB3B-8CC1-CFA16C7FC154}"/>
                </a:ext>
              </a:extLst>
            </p:cNvPr>
            <p:cNvSpPr/>
            <p:nvPr/>
          </p:nvSpPr>
          <p:spPr>
            <a:xfrm>
              <a:off x="8961967" y="4347633"/>
              <a:ext cx="448733" cy="84667"/>
            </a:xfrm>
            <a:custGeom>
              <a:avLst/>
              <a:gdLst>
                <a:gd name="connsiteX0" fmla="*/ 0 w 448733"/>
                <a:gd name="connsiteY0" fmla="*/ 84667 h 84667"/>
                <a:gd name="connsiteX1" fmla="*/ 55033 w 448733"/>
                <a:gd name="connsiteY1" fmla="*/ 38100 h 84667"/>
                <a:gd name="connsiteX2" fmla="*/ 232833 w 448733"/>
                <a:gd name="connsiteY2" fmla="*/ 0 h 84667"/>
                <a:gd name="connsiteX3" fmla="*/ 351366 w 448733"/>
                <a:gd name="connsiteY3" fmla="*/ 38100 h 84667"/>
                <a:gd name="connsiteX4" fmla="*/ 448733 w 448733"/>
                <a:gd name="connsiteY4" fmla="*/ 16934 h 84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8733" h="84667">
                  <a:moveTo>
                    <a:pt x="0" y="84667"/>
                  </a:moveTo>
                  <a:cubicBezTo>
                    <a:pt x="8114" y="68439"/>
                    <a:pt x="16228" y="52211"/>
                    <a:pt x="55033" y="38100"/>
                  </a:cubicBezTo>
                  <a:cubicBezTo>
                    <a:pt x="93838" y="23989"/>
                    <a:pt x="183444" y="0"/>
                    <a:pt x="232833" y="0"/>
                  </a:cubicBezTo>
                  <a:cubicBezTo>
                    <a:pt x="282222" y="0"/>
                    <a:pt x="315383" y="35278"/>
                    <a:pt x="351366" y="38100"/>
                  </a:cubicBezTo>
                  <a:cubicBezTo>
                    <a:pt x="387349" y="40922"/>
                    <a:pt x="418041" y="28928"/>
                    <a:pt x="448733" y="1693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2" name="Freeform 1051">
              <a:extLst>
                <a:ext uri="{FF2B5EF4-FFF2-40B4-BE49-F238E27FC236}">
                  <a16:creationId xmlns:a16="http://schemas.microsoft.com/office/drawing/2014/main" id="{B55216DF-88A3-B093-4ECD-52467AB96FC5}"/>
                </a:ext>
              </a:extLst>
            </p:cNvPr>
            <p:cNvSpPr/>
            <p:nvPr/>
          </p:nvSpPr>
          <p:spPr>
            <a:xfrm>
              <a:off x="9341815" y="4500033"/>
              <a:ext cx="43485" cy="220678"/>
            </a:xfrm>
            <a:custGeom>
              <a:avLst/>
              <a:gdLst>
                <a:gd name="connsiteX0" fmla="*/ 1152 w 43485"/>
                <a:gd name="connsiteY0" fmla="*/ 0 h 220678"/>
                <a:gd name="connsiteX1" fmla="*/ 5385 w 43485"/>
                <a:gd name="connsiteY1" fmla="*/ 190500 h 220678"/>
                <a:gd name="connsiteX2" fmla="*/ 43485 w 43485"/>
                <a:gd name="connsiteY2" fmla="*/ 220134 h 220678"/>
                <a:gd name="connsiteX3" fmla="*/ 43485 w 43485"/>
                <a:gd name="connsiteY3" fmla="*/ 220134 h 22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485" h="220678">
                  <a:moveTo>
                    <a:pt x="1152" y="0"/>
                  </a:moveTo>
                  <a:cubicBezTo>
                    <a:pt x="-260" y="76905"/>
                    <a:pt x="-1671" y="153811"/>
                    <a:pt x="5385" y="190500"/>
                  </a:cubicBezTo>
                  <a:cubicBezTo>
                    <a:pt x="12441" y="227189"/>
                    <a:pt x="43485" y="220134"/>
                    <a:pt x="43485" y="220134"/>
                  </a:cubicBezTo>
                  <a:lnTo>
                    <a:pt x="43485" y="22013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3" name="Freeform 1052">
              <a:extLst>
                <a:ext uri="{FF2B5EF4-FFF2-40B4-BE49-F238E27FC236}">
                  <a16:creationId xmlns:a16="http://schemas.microsoft.com/office/drawing/2014/main" id="{B478DD04-7F8C-5B30-C4D0-F405B18E775B}"/>
                </a:ext>
              </a:extLst>
            </p:cNvPr>
            <p:cNvSpPr/>
            <p:nvPr/>
          </p:nvSpPr>
          <p:spPr>
            <a:xfrm>
              <a:off x="9041752" y="4351867"/>
              <a:ext cx="165748" cy="169333"/>
            </a:xfrm>
            <a:custGeom>
              <a:avLst/>
              <a:gdLst>
                <a:gd name="connsiteX0" fmla="*/ 165748 w 165748"/>
                <a:gd name="connsiteY0" fmla="*/ 0 h 169333"/>
                <a:gd name="connsiteX1" fmla="*/ 13348 w 165748"/>
                <a:gd name="connsiteY1" fmla="*/ 122766 h 169333"/>
                <a:gd name="connsiteX2" fmla="*/ 17581 w 165748"/>
                <a:gd name="connsiteY2" fmla="*/ 16933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748" h="169333">
                  <a:moveTo>
                    <a:pt x="165748" y="0"/>
                  </a:moveTo>
                  <a:cubicBezTo>
                    <a:pt x="101895" y="47272"/>
                    <a:pt x="38042" y="94544"/>
                    <a:pt x="13348" y="122766"/>
                  </a:cubicBezTo>
                  <a:cubicBezTo>
                    <a:pt x="-11347" y="150988"/>
                    <a:pt x="3117" y="160160"/>
                    <a:pt x="17581" y="169333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4" name="Freeform 1053">
              <a:extLst>
                <a:ext uri="{FF2B5EF4-FFF2-40B4-BE49-F238E27FC236}">
                  <a16:creationId xmlns:a16="http://schemas.microsoft.com/office/drawing/2014/main" id="{EE33871A-4D48-E49E-C0F3-84D3415E7D3C}"/>
                </a:ext>
              </a:extLst>
            </p:cNvPr>
            <p:cNvSpPr/>
            <p:nvPr/>
          </p:nvSpPr>
          <p:spPr>
            <a:xfrm>
              <a:off x="9122833" y="4406741"/>
              <a:ext cx="279400" cy="338826"/>
            </a:xfrm>
            <a:custGeom>
              <a:avLst/>
              <a:gdLst>
                <a:gd name="connsiteX0" fmla="*/ 279400 w 279400"/>
                <a:gd name="connsiteY0" fmla="*/ 4392 h 338826"/>
                <a:gd name="connsiteX1" fmla="*/ 177800 w 279400"/>
                <a:gd name="connsiteY1" fmla="*/ 46726 h 338826"/>
                <a:gd name="connsiteX2" fmla="*/ 0 w 279400"/>
                <a:gd name="connsiteY2" fmla="*/ 338826 h 338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9400" h="338826">
                  <a:moveTo>
                    <a:pt x="279400" y="4392"/>
                  </a:moveTo>
                  <a:cubicBezTo>
                    <a:pt x="251883" y="-2311"/>
                    <a:pt x="224367" y="-9013"/>
                    <a:pt x="177800" y="46726"/>
                  </a:cubicBezTo>
                  <a:cubicBezTo>
                    <a:pt x="131233" y="102465"/>
                    <a:pt x="65616" y="220645"/>
                    <a:pt x="0" y="33882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5" name="Freeform 1054">
              <a:extLst>
                <a:ext uri="{FF2B5EF4-FFF2-40B4-BE49-F238E27FC236}">
                  <a16:creationId xmlns:a16="http://schemas.microsoft.com/office/drawing/2014/main" id="{531AC53C-C586-2820-7425-5B90B7DD3B19}"/>
                </a:ext>
              </a:extLst>
            </p:cNvPr>
            <p:cNvSpPr/>
            <p:nvPr/>
          </p:nvSpPr>
          <p:spPr>
            <a:xfrm>
              <a:off x="9279467" y="4559300"/>
              <a:ext cx="4233" cy="224367"/>
            </a:xfrm>
            <a:custGeom>
              <a:avLst/>
              <a:gdLst>
                <a:gd name="connsiteX0" fmla="*/ 0 w 4233"/>
                <a:gd name="connsiteY0" fmla="*/ 0 h 224367"/>
                <a:gd name="connsiteX1" fmla="*/ 4233 w 4233"/>
                <a:gd name="connsiteY1" fmla="*/ 224367 h 224367"/>
                <a:gd name="connsiteX2" fmla="*/ 4233 w 4233"/>
                <a:gd name="connsiteY2" fmla="*/ 224367 h 22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3" h="224367">
                  <a:moveTo>
                    <a:pt x="0" y="0"/>
                  </a:moveTo>
                  <a:lnTo>
                    <a:pt x="4233" y="224367"/>
                  </a:lnTo>
                  <a:lnTo>
                    <a:pt x="4233" y="22436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6" name="Freeform 1055">
              <a:extLst>
                <a:ext uri="{FF2B5EF4-FFF2-40B4-BE49-F238E27FC236}">
                  <a16:creationId xmlns:a16="http://schemas.microsoft.com/office/drawing/2014/main" id="{52F70EE1-2790-0602-3E55-29E42BE9653D}"/>
                </a:ext>
              </a:extLst>
            </p:cNvPr>
            <p:cNvSpPr/>
            <p:nvPr/>
          </p:nvSpPr>
          <p:spPr>
            <a:xfrm>
              <a:off x="9398000" y="4419600"/>
              <a:ext cx="21167" cy="198967"/>
            </a:xfrm>
            <a:custGeom>
              <a:avLst/>
              <a:gdLst>
                <a:gd name="connsiteX0" fmla="*/ 0 w 21167"/>
                <a:gd name="connsiteY0" fmla="*/ 0 h 198967"/>
                <a:gd name="connsiteX1" fmla="*/ 21167 w 21167"/>
                <a:gd name="connsiteY1" fmla="*/ 198967 h 198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167" h="198967">
                  <a:moveTo>
                    <a:pt x="0" y="0"/>
                  </a:moveTo>
                  <a:lnTo>
                    <a:pt x="21167" y="19896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7" name="Freeform 1056">
              <a:extLst>
                <a:ext uri="{FF2B5EF4-FFF2-40B4-BE49-F238E27FC236}">
                  <a16:creationId xmlns:a16="http://schemas.microsoft.com/office/drawing/2014/main" id="{28B097A5-75AB-9901-80AC-523BDDED329B}"/>
                </a:ext>
              </a:extLst>
            </p:cNvPr>
            <p:cNvSpPr/>
            <p:nvPr/>
          </p:nvSpPr>
          <p:spPr>
            <a:xfrm>
              <a:off x="9241367" y="4343400"/>
              <a:ext cx="308469" cy="76567"/>
            </a:xfrm>
            <a:custGeom>
              <a:avLst/>
              <a:gdLst>
                <a:gd name="connsiteX0" fmla="*/ 0 w 308469"/>
                <a:gd name="connsiteY0" fmla="*/ 0 h 76567"/>
                <a:gd name="connsiteX1" fmla="*/ 50800 w 308469"/>
                <a:gd name="connsiteY1" fmla="*/ 8467 h 76567"/>
                <a:gd name="connsiteX2" fmla="*/ 84666 w 308469"/>
                <a:gd name="connsiteY2" fmla="*/ 21167 h 76567"/>
                <a:gd name="connsiteX3" fmla="*/ 287866 w 308469"/>
                <a:gd name="connsiteY3" fmla="*/ 50800 h 76567"/>
                <a:gd name="connsiteX4" fmla="*/ 296333 w 308469"/>
                <a:gd name="connsiteY4" fmla="*/ 76200 h 76567"/>
                <a:gd name="connsiteX5" fmla="*/ 241300 w 308469"/>
                <a:gd name="connsiteY5" fmla="*/ 63500 h 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8469" h="76567">
                  <a:moveTo>
                    <a:pt x="0" y="0"/>
                  </a:moveTo>
                  <a:cubicBezTo>
                    <a:pt x="18344" y="2469"/>
                    <a:pt x="36689" y="4939"/>
                    <a:pt x="50800" y="8467"/>
                  </a:cubicBezTo>
                  <a:cubicBezTo>
                    <a:pt x="64911" y="11995"/>
                    <a:pt x="45155" y="14112"/>
                    <a:pt x="84666" y="21167"/>
                  </a:cubicBezTo>
                  <a:cubicBezTo>
                    <a:pt x="124177" y="28222"/>
                    <a:pt x="252588" y="41628"/>
                    <a:pt x="287866" y="50800"/>
                  </a:cubicBezTo>
                  <a:cubicBezTo>
                    <a:pt x="323144" y="59972"/>
                    <a:pt x="304094" y="74083"/>
                    <a:pt x="296333" y="76200"/>
                  </a:cubicBezTo>
                  <a:cubicBezTo>
                    <a:pt x="288572" y="78317"/>
                    <a:pt x="264936" y="70908"/>
                    <a:pt x="241300" y="6350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058" name="Straight Connector 1057">
              <a:extLst>
                <a:ext uri="{FF2B5EF4-FFF2-40B4-BE49-F238E27FC236}">
                  <a16:creationId xmlns:a16="http://schemas.microsoft.com/office/drawing/2014/main" id="{E824B0A7-3565-7C40-D635-9E791A87A99E}"/>
                </a:ext>
              </a:extLst>
            </p:cNvPr>
            <p:cNvCxnSpPr>
              <a:cxnSpLocks/>
            </p:cNvCxnSpPr>
            <p:nvPr/>
          </p:nvCxnSpPr>
          <p:spPr>
            <a:xfrm>
              <a:off x="9583409" y="4406741"/>
              <a:ext cx="243416" cy="1144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1058">
              <a:extLst>
                <a:ext uri="{FF2B5EF4-FFF2-40B4-BE49-F238E27FC236}">
                  <a16:creationId xmlns:a16="http://schemas.microsoft.com/office/drawing/2014/main" id="{0E157375-CAFF-4431-9194-B73984B5C335}"/>
                </a:ext>
              </a:extLst>
            </p:cNvPr>
            <p:cNvCxnSpPr>
              <a:cxnSpLocks/>
            </p:cNvCxnSpPr>
            <p:nvPr/>
          </p:nvCxnSpPr>
          <p:spPr>
            <a:xfrm>
              <a:off x="9530493" y="4483021"/>
              <a:ext cx="227340" cy="1343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1059">
              <a:extLst>
                <a:ext uri="{FF2B5EF4-FFF2-40B4-BE49-F238E27FC236}">
                  <a16:creationId xmlns:a16="http://schemas.microsoft.com/office/drawing/2014/main" id="{41F0BDCC-46CE-4FA1-816A-D8B67FCA62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71674" y="4527625"/>
              <a:ext cx="65106" cy="827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Oval 1060">
              <a:extLst>
                <a:ext uri="{FF2B5EF4-FFF2-40B4-BE49-F238E27FC236}">
                  <a16:creationId xmlns:a16="http://schemas.microsoft.com/office/drawing/2014/main" id="{826A5DD0-48F3-5C84-ADB7-4AFE78844CC5}"/>
                </a:ext>
              </a:extLst>
            </p:cNvPr>
            <p:cNvSpPr/>
            <p:nvPr/>
          </p:nvSpPr>
          <p:spPr>
            <a:xfrm>
              <a:off x="9638068" y="4336435"/>
              <a:ext cx="77458" cy="67733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9525864C-A294-4F81-C102-1E7556280E18}"/>
              </a:ext>
            </a:extLst>
          </p:cNvPr>
          <p:cNvGrpSpPr/>
          <p:nvPr/>
        </p:nvGrpSpPr>
        <p:grpSpPr>
          <a:xfrm>
            <a:off x="7340561" y="2083516"/>
            <a:ext cx="1713206" cy="1141200"/>
            <a:chOff x="7326091" y="557012"/>
            <a:chExt cx="1713206" cy="1141200"/>
          </a:xfrm>
        </p:grpSpPr>
        <p:pic>
          <p:nvPicPr>
            <p:cNvPr id="1064" name="Picture 1063">
              <a:extLst>
                <a:ext uri="{FF2B5EF4-FFF2-40B4-BE49-F238E27FC236}">
                  <a16:creationId xmlns:a16="http://schemas.microsoft.com/office/drawing/2014/main" id="{BAF56D5C-0F21-9247-4D3F-7DB27C1E9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7326091" y="557012"/>
              <a:ext cx="1713206" cy="1141200"/>
            </a:xfrm>
            <a:prstGeom prst="rect">
              <a:avLst/>
            </a:prstGeom>
          </p:spPr>
        </p:pic>
        <p:pic>
          <p:nvPicPr>
            <p:cNvPr id="1065" name="Picture 1064">
              <a:extLst>
                <a:ext uri="{FF2B5EF4-FFF2-40B4-BE49-F238E27FC236}">
                  <a16:creationId xmlns:a16="http://schemas.microsoft.com/office/drawing/2014/main" id="{6425E17A-425B-A5DD-B1F4-78956BFC6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7523888" y="766006"/>
              <a:ext cx="1169876" cy="779917"/>
            </a:xfrm>
            <a:prstGeom prst="rect">
              <a:avLst/>
            </a:prstGeom>
            <a:effectLst>
              <a:outerShdw blurRad="419100" dist="355600" dir="5400000" algn="ctr" rotWithShape="0">
                <a:srgbClr val="000000">
                  <a:alpha val="26000"/>
                </a:srgbClr>
              </a:outerShdw>
            </a:effectLst>
          </p:spPr>
        </p:pic>
      </p:grpSp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CB88AA78-20F6-C376-E12D-78FA7A3D4318}"/>
              </a:ext>
            </a:extLst>
          </p:cNvPr>
          <p:cNvGrpSpPr/>
          <p:nvPr/>
        </p:nvGrpSpPr>
        <p:grpSpPr>
          <a:xfrm>
            <a:off x="7345293" y="3680578"/>
            <a:ext cx="1713206" cy="1141200"/>
            <a:chOff x="7326091" y="557012"/>
            <a:chExt cx="1713206" cy="1141200"/>
          </a:xfrm>
        </p:grpSpPr>
        <p:pic>
          <p:nvPicPr>
            <p:cNvPr id="1067" name="Picture 1066">
              <a:extLst>
                <a:ext uri="{FF2B5EF4-FFF2-40B4-BE49-F238E27FC236}">
                  <a16:creationId xmlns:a16="http://schemas.microsoft.com/office/drawing/2014/main" id="{1E4CE918-E2DB-1AF2-9408-74D1455A4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7326091" y="557012"/>
              <a:ext cx="1713206" cy="1141200"/>
            </a:xfrm>
            <a:prstGeom prst="rect">
              <a:avLst/>
            </a:prstGeom>
          </p:spPr>
        </p:pic>
        <p:pic>
          <p:nvPicPr>
            <p:cNvPr id="1068" name="Picture 1067">
              <a:extLst>
                <a:ext uri="{FF2B5EF4-FFF2-40B4-BE49-F238E27FC236}">
                  <a16:creationId xmlns:a16="http://schemas.microsoft.com/office/drawing/2014/main" id="{D9180771-8CA9-4BA8-0299-883D31DCD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7523888" y="766006"/>
              <a:ext cx="1169876" cy="779917"/>
            </a:xfrm>
            <a:prstGeom prst="rect">
              <a:avLst/>
            </a:prstGeom>
            <a:effectLst>
              <a:outerShdw blurRad="419100" dist="355600" dir="5400000" algn="ctr" rotWithShape="0">
                <a:srgbClr val="000000">
                  <a:alpha val="26000"/>
                </a:srgbClr>
              </a:outerShdw>
            </a:effectLst>
          </p:spPr>
        </p:pic>
      </p:grpSp>
      <p:grpSp>
        <p:nvGrpSpPr>
          <p:cNvPr id="1069" name="Group 1068">
            <a:extLst>
              <a:ext uri="{FF2B5EF4-FFF2-40B4-BE49-F238E27FC236}">
                <a16:creationId xmlns:a16="http://schemas.microsoft.com/office/drawing/2014/main" id="{CCA94DCD-99E8-11AA-BE03-CA112680D111}"/>
              </a:ext>
            </a:extLst>
          </p:cNvPr>
          <p:cNvGrpSpPr/>
          <p:nvPr/>
        </p:nvGrpSpPr>
        <p:grpSpPr>
          <a:xfrm>
            <a:off x="7345293" y="5137302"/>
            <a:ext cx="1713206" cy="1141200"/>
            <a:chOff x="9231395" y="712609"/>
            <a:chExt cx="1713206" cy="1141200"/>
          </a:xfrm>
        </p:grpSpPr>
        <p:pic>
          <p:nvPicPr>
            <p:cNvPr id="1070" name="Picture 1069">
              <a:extLst>
                <a:ext uri="{FF2B5EF4-FFF2-40B4-BE49-F238E27FC236}">
                  <a16:creationId xmlns:a16="http://schemas.microsoft.com/office/drawing/2014/main" id="{3C7C3A24-7D28-B739-03D6-48BFCAA4D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9231395" y="712609"/>
              <a:ext cx="1713206" cy="1141200"/>
            </a:xfrm>
            <a:prstGeom prst="rect">
              <a:avLst/>
            </a:prstGeom>
          </p:spPr>
        </p:pic>
        <p:pic>
          <p:nvPicPr>
            <p:cNvPr id="1072" name="Picture 1071">
              <a:extLst>
                <a:ext uri="{FF2B5EF4-FFF2-40B4-BE49-F238E27FC236}">
                  <a16:creationId xmlns:a16="http://schemas.microsoft.com/office/drawing/2014/main" id="{5C801E63-B8D1-5AC9-0924-71EE2005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9429192" y="921603"/>
              <a:ext cx="1169876" cy="779917"/>
            </a:xfrm>
            <a:prstGeom prst="rect">
              <a:avLst/>
            </a:prstGeom>
            <a:effectLst>
              <a:outerShdw blurRad="419100" dist="355600" dir="5400000" algn="ctr" rotWithShape="0">
                <a:srgbClr val="000000">
                  <a:alpha val="26000"/>
                </a:srgbClr>
              </a:outerShdw>
            </a:effectLst>
          </p:spPr>
        </p:pic>
      </p:grpSp>
      <p:pic>
        <p:nvPicPr>
          <p:cNvPr id="1078" name="Picture 1077">
            <a:extLst>
              <a:ext uri="{FF2B5EF4-FFF2-40B4-BE49-F238E27FC236}">
                <a16:creationId xmlns:a16="http://schemas.microsoft.com/office/drawing/2014/main" id="{30920D7F-0344-35FF-F0E3-44C2A0A2D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192" y="5899538"/>
            <a:ext cx="256199" cy="25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310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8618A-EB2B-F1A2-92CA-4413E612F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E25E891-8766-AF74-F1A2-CC638094D6FC}"/>
              </a:ext>
            </a:extLst>
          </p:cNvPr>
          <p:cNvGrpSpPr/>
          <p:nvPr/>
        </p:nvGrpSpPr>
        <p:grpSpPr>
          <a:xfrm>
            <a:off x="104310" y="484924"/>
            <a:ext cx="11983380" cy="5888151"/>
            <a:chOff x="83576" y="880968"/>
            <a:chExt cx="11983380" cy="5888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E7D92B7-B1C7-411D-7486-633FACE84D3F}"/>
                </a:ext>
              </a:extLst>
            </p:cNvPr>
            <p:cNvSpPr/>
            <p:nvPr/>
          </p:nvSpPr>
          <p:spPr>
            <a:xfrm>
              <a:off x="3491800" y="905232"/>
              <a:ext cx="2026349" cy="55590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DC7425C-C537-8B16-EC63-EA2AB21EBFEF}"/>
                </a:ext>
              </a:extLst>
            </p:cNvPr>
            <p:cNvSpPr txBox="1"/>
            <p:nvPr/>
          </p:nvSpPr>
          <p:spPr>
            <a:xfrm>
              <a:off x="3491800" y="908763"/>
              <a:ext cx="2026349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sz="2000" b="1" dirty="0"/>
                <a:t>Assemble</a:t>
              </a:r>
              <a:endParaRPr lang="en-GB" b="1" dirty="0"/>
            </a:p>
          </p:txBody>
        </p:sp>
        <p:grpSp>
          <p:nvGrpSpPr>
            <p:cNvPr id="1128" name="Group 1127">
              <a:extLst>
                <a:ext uri="{FF2B5EF4-FFF2-40B4-BE49-F238E27FC236}">
                  <a16:creationId xmlns:a16="http://schemas.microsoft.com/office/drawing/2014/main" id="{C0FAB358-1F7E-B99C-EC1A-F7A571659B15}"/>
                </a:ext>
              </a:extLst>
            </p:cNvPr>
            <p:cNvGrpSpPr/>
            <p:nvPr/>
          </p:nvGrpSpPr>
          <p:grpSpPr>
            <a:xfrm>
              <a:off x="336484" y="5206265"/>
              <a:ext cx="768606" cy="774463"/>
              <a:chOff x="726021" y="5414913"/>
              <a:chExt cx="768606" cy="774463"/>
            </a:xfrm>
          </p:grpSpPr>
          <p:pic>
            <p:nvPicPr>
              <p:cNvPr id="1129" name="Picture 1128">
                <a:extLst>
                  <a:ext uri="{FF2B5EF4-FFF2-40B4-BE49-F238E27FC236}">
                    <a16:creationId xmlns:a16="http://schemas.microsoft.com/office/drawing/2014/main" id="{4C8EF17F-FA79-4B88-C19F-D0750ECD54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8178" y="5886909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30" name="Picture 1129">
                <a:extLst>
                  <a:ext uri="{FF2B5EF4-FFF2-40B4-BE49-F238E27FC236}">
                    <a16:creationId xmlns:a16="http://schemas.microsoft.com/office/drawing/2014/main" id="{C13ABD4B-1AB4-B852-FF38-45430DE02E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7508" y="5575861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31" name="Picture 1130">
                <a:extLst>
                  <a:ext uri="{FF2B5EF4-FFF2-40B4-BE49-F238E27FC236}">
                    <a16:creationId xmlns:a16="http://schemas.microsoft.com/office/drawing/2014/main" id="{18C7B530-F7DF-AF17-471C-EC1768D805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8057" y="5581887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32" name="Picture 1131">
                <a:extLst>
                  <a:ext uri="{FF2B5EF4-FFF2-40B4-BE49-F238E27FC236}">
                    <a16:creationId xmlns:a16="http://schemas.microsoft.com/office/drawing/2014/main" id="{177D33A6-C4AC-067A-A39C-5C66983E2E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5101" y="5569337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33" name="Picture 1132">
                <a:extLst>
                  <a:ext uri="{FF2B5EF4-FFF2-40B4-BE49-F238E27FC236}">
                    <a16:creationId xmlns:a16="http://schemas.microsoft.com/office/drawing/2014/main" id="{CE299FCA-70FF-5219-73DC-7CAF32841F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0227" y="574210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34" name="Picture 1133">
                <a:extLst>
                  <a:ext uri="{FF2B5EF4-FFF2-40B4-BE49-F238E27FC236}">
                    <a16:creationId xmlns:a16="http://schemas.microsoft.com/office/drawing/2014/main" id="{94D54BC0-5A40-6FD3-D4D1-38A4E54E27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553" y="572869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35" name="Picture 1134">
                <a:extLst>
                  <a:ext uri="{FF2B5EF4-FFF2-40B4-BE49-F238E27FC236}">
                    <a16:creationId xmlns:a16="http://schemas.microsoft.com/office/drawing/2014/main" id="{516A0473-B302-4564-44C7-5314ABB68E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5100" y="572862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36" name="Picture 1135">
                <a:extLst>
                  <a:ext uri="{FF2B5EF4-FFF2-40B4-BE49-F238E27FC236}">
                    <a16:creationId xmlns:a16="http://schemas.microsoft.com/office/drawing/2014/main" id="{E59EFA58-211D-650A-1544-1CB2A22439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6527" y="588976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37" name="Picture 1136">
                <a:extLst>
                  <a:ext uri="{FF2B5EF4-FFF2-40B4-BE49-F238E27FC236}">
                    <a16:creationId xmlns:a16="http://schemas.microsoft.com/office/drawing/2014/main" id="{221D83C0-64C8-E87B-8DCA-29159339FC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99276" y="588828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38" name="Picture 1137">
                <a:extLst>
                  <a:ext uri="{FF2B5EF4-FFF2-40B4-BE49-F238E27FC236}">
                    <a16:creationId xmlns:a16="http://schemas.microsoft.com/office/drawing/2014/main" id="{840D036B-2060-BF97-1AD8-3738F2EFCC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1010" y="601801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39" name="Picture 1138">
                <a:extLst>
                  <a:ext uri="{FF2B5EF4-FFF2-40B4-BE49-F238E27FC236}">
                    <a16:creationId xmlns:a16="http://schemas.microsoft.com/office/drawing/2014/main" id="{E91E1706-1BCE-5FEF-B330-ECF9B71305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2108" y="6026529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40" name="Picture 1139">
                <a:extLst>
                  <a:ext uri="{FF2B5EF4-FFF2-40B4-BE49-F238E27FC236}">
                    <a16:creationId xmlns:a16="http://schemas.microsoft.com/office/drawing/2014/main" id="{37EDA1C1-3542-154E-D099-4CC1C6BEAB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3878" y="601801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41" name="Picture 1140">
                <a:extLst>
                  <a:ext uri="{FF2B5EF4-FFF2-40B4-BE49-F238E27FC236}">
                    <a16:creationId xmlns:a16="http://schemas.microsoft.com/office/drawing/2014/main" id="{84C97F03-98E9-5F0C-B5A8-9D601BCA0B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6696" y="543039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42" name="Picture 1141">
                <a:extLst>
                  <a:ext uri="{FF2B5EF4-FFF2-40B4-BE49-F238E27FC236}">
                    <a16:creationId xmlns:a16="http://schemas.microsoft.com/office/drawing/2014/main" id="{E9083BEB-58CB-A83F-3057-1A36976B3E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1663" y="5430331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43" name="Picture 1142">
                <a:extLst>
                  <a:ext uri="{FF2B5EF4-FFF2-40B4-BE49-F238E27FC236}">
                    <a16:creationId xmlns:a16="http://schemas.microsoft.com/office/drawing/2014/main" id="{2603D0C3-12A2-65F7-FC62-D6B363BBE4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1320" y="5430334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44" name="Picture 1143">
                <a:extLst>
                  <a:ext uri="{FF2B5EF4-FFF2-40B4-BE49-F238E27FC236}">
                    <a16:creationId xmlns:a16="http://schemas.microsoft.com/office/drawing/2014/main" id="{93F5AFEE-5021-6FED-5DBE-0623877522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6021" y="5414913"/>
                <a:ext cx="768606" cy="774463"/>
              </a:xfrm>
              <a:prstGeom prst="rect">
                <a:avLst/>
              </a:prstGeom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90897BC4-D7D3-8235-23B7-18DB0F4F9E63}"/>
                </a:ext>
              </a:extLst>
            </p:cNvPr>
            <p:cNvGrpSpPr/>
            <p:nvPr/>
          </p:nvGrpSpPr>
          <p:grpSpPr>
            <a:xfrm>
              <a:off x="1079837" y="5184941"/>
              <a:ext cx="768606" cy="774463"/>
              <a:chOff x="726021" y="5414913"/>
              <a:chExt cx="768606" cy="774463"/>
            </a:xfrm>
          </p:grpSpPr>
          <p:pic>
            <p:nvPicPr>
              <p:cNvPr id="1146" name="Picture 1145">
                <a:extLst>
                  <a:ext uri="{FF2B5EF4-FFF2-40B4-BE49-F238E27FC236}">
                    <a16:creationId xmlns:a16="http://schemas.microsoft.com/office/drawing/2014/main" id="{A0127C1B-BD64-7819-AD27-1DDD6CA6C3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8178" y="5886909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47" name="Picture 1146">
                <a:extLst>
                  <a:ext uri="{FF2B5EF4-FFF2-40B4-BE49-F238E27FC236}">
                    <a16:creationId xmlns:a16="http://schemas.microsoft.com/office/drawing/2014/main" id="{BA4D1E2D-AF04-CD64-A8F1-3D120FE8BD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7508" y="5575861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48" name="Picture 1147">
                <a:extLst>
                  <a:ext uri="{FF2B5EF4-FFF2-40B4-BE49-F238E27FC236}">
                    <a16:creationId xmlns:a16="http://schemas.microsoft.com/office/drawing/2014/main" id="{0FC93573-5E93-726D-561A-B40A34DBB1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8057" y="5581887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49" name="Picture 1148">
                <a:extLst>
                  <a:ext uri="{FF2B5EF4-FFF2-40B4-BE49-F238E27FC236}">
                    <a16:creationId xmlns:a16="http://schemas.microsoft.com/office/drawing/2014/main" id="{E5B64B85-B0BA-D38D-65E0-B4E6126554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5101" y="5569337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50" name="Picture 1149">
                <a:extLst>
                  <a:ext uri="{FF2B5EF4-FFF2-40B4-BE49-F238E27FC236}">
                    <a16:creationId xmlns:a16="http://schemas.microsoft.com/office/drawing/2014/main" id="{95954DF4-8893-5003-44D3-7724B937FE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0227" y="574210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51" name="Picture 1150">
                <a:extLst>
                  <a:ext uri="{FF2B5EF4-FFF2-40B4-BE49-F238E27FC236}">
                    <a16:creationId xmlns:a16="http://schemas.microsoft.com/office/drawing/2014/main" id="{83254956-0E0A-45EB-BB16-BAA27A775D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553" y="572869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52" name="Picture 1151">
                <a:extLst>
                  <a:ext uri="{FF2B5EF4-FFF2-40B4-BE49-F238E27FC236}">
                    <a16:creationId xmlns:a16="http://schemas.microsoft.com/office/drawing/2014/main" id="{7AC5212D-C960-9971-773C-E094A79EBF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5100" y="572862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53" name="Picture 1152">
                <a:extLst>
                  <a:ext uri="{FF2B5EF4-FFF2-40B4-BE49-F238E27FC236}">
                    <a16:creationId xmlns:a16="http://schemas.microsoft.com/office/drawing/2014/main" id="{F75A2236-0976-3F5A-F43E-FCFC590E58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6527" y="588976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54" name="Picture 1153">
                <a:extLst>
                  <a:ext uri="{FF2B5EF4-FFF2-40B4-BE49-F238E27FC236}">
                    <a16:creationId xmlns:a16="http://schemas.microsoft.com/office/drawing/2014/main" id="{A11DE408-C631-6A26-D675-125B77CC01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99276" y="588828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55" name="Picture 1154">
                <a:extLst>
                  <a:ext uri="{FF2B5EF4-FFF2-40B4-BE49-F238E27FC236}">
                    <a16:creationId xmlns:a16="http://schemas.microsoft.com/office/drawing/2014/main" id="{E544A917-E6B4-58EA-0823-75FDF5B859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1010" y="601801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56" name="Picture 1155">
                <a:extLst>
                  <a:ext uri="{FF2B5EF4-FFF2-40B4-BE49-F238E27FC236}">
                    <a16:creationId xmlns:a16="http://schemas.microsoft.com/office/drawing/2014/main" id="{AD71F3F8-5782-F972-1DD3-B76C2C74E6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2108" y="6026529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57" name="Picture 1156">
                <a:extLst>
                  <a:ext uri="{FF2B5EF4-FFF2-40B4-BE49-F238E27FC236}">
                    <a16:creationId xmlns:a16="http://schemas.microsoft.com/office/drawing/2014/main" id="{65EAFBDD-251F-6C5B-416B-F72E125A0F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3878" y="601801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58" name="Picture 1157">
                <a:extLst>
                  <a:ext uri="{FF2B5EF4-FFF2-40B4-BE49-F238E27FC236}">
                    <a16:creationId xmlns:a16="http://schemas.microsoft.com/office/drawing/2014/main" id="{77904BA6-E677-BD27-C65E-6986F81313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6696" y="543039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59" name="Picture 1158">
                <a:extLst>
                  <a:ext uri="{FF2B5EF4-FFF2-40B4-BE49-F238E27FC236}">
                    <a16:creationId xmlns:a16="http://schemas.microsoft.com/office/drawing/2014/main" id="{1B021994-93FB-6A91-26E6-1A41142AFC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1663" y="5430331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60" name="Picture 1159">
                <a:extLst>
                  <a:ext uri="{FF2B5EF4-FFF2-40B4-BE49-F238E27FC236}">
                    <a16:creationId xmlns:a16="http://schemas.microsoft.com/office/drawing/2014/main" id="{FAEE2DB3-CE06-F673-4CA0-9E1CBD89E7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1320" y="5430334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61" name="Picture 1160">
                <a:extLst>
                  <a:ext uri="{FF2B5EF4-FFF2-40B4-BE49-F238E27FC236}">
                    <a16:creationId xmlns:a16="http://schemas.microsoft.com/office/drawing/2014/main" id="{AE1474C3-D422-8CC0-3DE9-F8CAD38260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6021" y="5414913"/>
                <a:ext cx="768606" cy="774463"/>
              </a:xfrm>
              <a:prstGeom prst="rect">
                <a:avLst/>
              </a:prstGeom>
            </p:spPr>
          </p:pic>
        </p:grpSp>
        <p:grpSp>
          <p:nvGrpSpPr>
            <p:cNvPr id="1162" name="Group 1161">
              <a:extLst>
                <a:ext uri="{FF2B5EF4-FFF2-40B4-BE49-F238E27FC236}">
                  <a16:creationId xmlns:a16="http://schemas.microsoft.com/office/drawing/2014/main" id="{F9BFC46E-C7A8-B45B-FD07-8CC1ECDB49C4}"/>
                </a:ext>
              </a:extLst>
            </p:cNvPr>
            <p:cNvGrpSpPr/>
            <p:nvPr/>
          </p:nvGrpSpPr>
          <p:grpSpPr>
            <a:xfrm>
              <a:off x="1752268" y="5156528"/>
              <a:ext cx="768606" cy="774463"/>
              <a:chOff x="726021" y="5414913"/>
              <a:chExt cx="768606" cy="774463"/>
            </a:xfrm>
          </p:grpSpPr>
          <p:pic>
            <p:nvPicPr>
              <p:cNvPr id="1163" name="Picture 1162">
                <a:extLst>
                  <a:ext uri="{FF2B5EF4-FFF2-40B4-BE49-F238E27FC236}">
                    <a16:creationId xmlns:a16="http://schemas.microsoft.com/office/drawing/2014/main" id="{86B3802D-3846-B81C-A4E1-D421556EAE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8178" y="5886909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64" name="Picture 1163">
                <a:extLst>
                  <a:ext uri="{FF2B5EF4-FFF2-40B4-BE49-F238E27FC236}">
                    <a16:creationId xmlns:a16="http://schemas.microsoft.com/office/drawing/2014/main" id="{456A3277-55B6-506A-9712-19E9DC8599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7508" y="5575861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65" name="Picture 1164">
                <a:extLst>
                  <a:ext uri="{FF2B5EF4-FFF2-40B4-BE49-F238E27FC236}">
                    <a16:creationId xmlns:a16="http://schemas.microsoft.com/office/drawing/2014/main" id="{1D303B72-EB3F-7128-8BDC-267C12B543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8057" y="5581887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66" name="Picture 1165">
                <a:extLst>
                  <a:ext uri="{FF2B5EF4-FFF2-40B4-BE49-F238E27FC236}">
                    <a16:creationId xmlns:a16="http://schemas.microsoft.com/office/drawing/2014/main" id="{691D2670-3F5A-0C30-694A-9B5F60B19D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5101" y="5569337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67" name="Picture 1166">
                <a:extLst>
                  <a:ext uri="{FF2B5EF4-FFF2-40B4-BE49-F238E27FC236}">
                    <a16:creationId xmlns:a16="http://schemas.microsoft.com/office/drawing/2014/main" id="{D6AA9DB3-0057-6740-A6D8-C39B04F187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0227" y="574210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68" name="Picture 1167">
                <a:extLst>
                  <a:ext uri="{FF2B5EF4-FFF2-40B4-BE49-F238E27FC236}">
                    <a16:creationId xmlns:a16="http://schemas.microsoft.com/office/drawing/2014/main" id="{C9764297-1E34-B359-E9A0-99CA14B295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553" y="572869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69" name="Picture 1168">
                <a:extLst>
                  <a:ext uri="{FF2B5EF4-FFF2-40B4-BE49-F238E27FC236}">
                    <a16:creationId xmlns:a16="http://schemas.microsoft.com/office/drawing/2014/main" id="{B235B9CB-9A1C-4392-6B59-19E40AD7CC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5100" y="572862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70" name="Picture 1169">
                <a:extLst>
                  <a:ext uri="{FF2B5EF4-FFF2-40B4-BE49-F238E27FC236}">
                    <a16:creationId xmlns:a16="http://schemas.microsoft.com/office/drawing/2014/main" id="{8B2B9C09-85E2-E8B1-8FB0-36AC43FA79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6527" y="588976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71" name="Picture 1170">
                <a:extLst>
                  <a:ext uri="{FF2B5EF4-FFF2-40B4-BE49-F238E27FC236}">
                    <a16:creationId xmlns:a16="http://schemas.microsoft.com/office/drawing/2014/main" id="{8C4048FF-94F6-3309-35DD-B31B649B46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99276" y="588828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72" name="Picture 1171">
                <a:extLst>
                  <a:ext uri="{FF2B5EF4-FFF2-40B4-BE49-F238E27FC236}">
                    <a16:creationId xmlns:a16="http://schemas.microsoft.com/office/drawing/2014/main" id="{4164FD86-C234-FBF4-20EB-32A4545988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1010" y="601801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73" name="Picture 1172">
                <a:extLst>
                  <a:ext uri="{FF2B5EF4-FFF2-40B4-BE49-F238E27FC236}">
                    <a16:creationId xmlns:a16="http://schemas.microsoft.com/office/drawing/2014/main" id="{05C72C0C-2602-4DA3-AD3D-FD0AD8E60B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2108" y="6026529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74" name="Picture 1173">
                <a:extLst>
                  <a:ext uri="{FF2B5EF4-FFF2-40B4-BE49-F238E27FC236}">
                    <a16:creationId xmlns:a16="http://schemas.microsoft.com/office/drawing/2014/main" id="{4200418B-9DFF-B100-1E43-31760DBAD5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3878" y="601801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75" name="Picture 1174">
                <a:extLst>
                  <a:ext uri="{FF2B5EF4-FFF2-40B4-BE49-F238E27FC236}">
                    <a16:creationId xmlns:a16="http://schemas.microsoft.com/office/drawing/2014/main" id="{67FCFC9B-76BE-0AB6-91C1-736168BEEC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6696" y="543039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76" name="Picture 1175">
                <a:extLst>
                  <a:ext uri="{FF2B5EF4-FFF2-40B4-BE49-F238E27FC236}">
                    <a16:creationId xmlns:a16="http://schemas.microsoft.com/office/drawing/2014/main" id="{F4F32460-142E-9444-E143-F72C45D9A1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1663" y="5430331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77" name="Picture 1176">
                <a:extLst>
                  <a:ext uri="{FF2B5EF4-FFF2-40B4-BE49-F238E27FC236}">
                    <a16:creationId xmlns:a16="http://schemas.microsoft.com/office/drawing/2014/main" id="{4C6AEA31-09EC-B607-750E-C5B2003941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1320" y="5430334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78" name="Picture 1177">
                <a:extLst>
                  <a:ext uri="{FF2B5EF4-FFF2-40B4-BE49-F238E27FC236}">
                    <a16:creationId xmlns:a16="http://schemas.microsoft.com/office/drawing/2014/main" id="{08E38BBA-41FB-DF0A-8646-4E91837177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6021" y="5414913"/>
                <a:ext cx="768606" cy="774463"/>
              </a:xfrm>
              <a:prstGeom prst="rect">
                <a:avLst/>
              </a:prstGeom>
            </p:spPr>
          </p:pic>
        </p:grpSp>
        <p:grpSp>
          <p:nvGrpSpPr>
            <p:cNvPr id="1179" name="Group 1178">
              <a:extLst>
                <a:ext uri="{FF2B5EF4-FFF2-40B4-BE49-F238E27FC236}">
                  <a16:creationId xmlns:a16="http://schemas.microsoft.com/office/drawing/2014/main" id="{A8843C8B-97B3-8EBB-5D8A-A05AE67076A5}"/>
                </a:ext>
              </a:extLst>
            </p:cNvPr>
            <p:cNvGrpSpPr/>
            <p:nvPr/>
          </p:nvGrpSpPr>
          <p:grpSpPr>
            <a:xfrm>
              <a:off x="2473883" y="5139602"/>
              <a:ext cx="768606" cy="774463"/>
              <a:chOff x="726021" y="5414913"/>
              <a:chExt cx="768606" cy="774463"/>
            </a:xfrm>
          </p:grpSpPr>
          <p:pic>
            <p:nvPicPr>
              <p:cNvPr id="1180" name="Picture 1179">
                <a:extLst>
                  <a:ext uri="{FF2B5EF4-FFF2-40B4-BE49-F238E27FC236}">
                    <a16:creationId xmlns:a16="http://schemas.microsoft.com/office/drawing/2014/main" id="{FA644252-C47B-11D4-A116-439A1BBA9D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8178" y="5886909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81" name="Picture 1180">
                <a:extLst>
                  <a:ext uri="{FF2B5EF4-FFF2-40B4-BE49-F238E27FC236}">
                    <a16:creationId xmlns:a16="http://schemas.microsoft.com/office/drawing/2014/main" id="{CB49BC09-632B-F6DF-2240-8074329F79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7508" y="5575861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82" name="Picture 1181">
                <a:extLst>
                  <a:ext uri="{FF2B5EF4-FFF2-40B4-BE49-F238E27FC236}">
                    <a16:creationId xmlns:a16="http://schemas.microsoft.com/office/drawing/2014/main" id="{E58296B9-0B13-5423-A238-7929BA2F6D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8057" y="5581887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83" name="Picture 1182">
                <a:extLst>
                  <a:ext uri="{FF2B5EF4-FFF2-40B4-BE49-F238E27FC236}">
                    <a16:creationId xmlns:a16="http://schemas.microsoft.com/office/drawing/2014/main" id="{93453456-1BE2-B45A-F0A3-7BB7FD0149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5101" y="5569337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84" name="Picture 1183">
                <a:extLst>
                  <a:ext uri="{FF2B5EF4-FFF2-40B4-BE49-F238E27FC236}">
                    <a16:creationId xmlns:a16="http://schemas.microsoft.com/office/drawing/2014/main" id="{C93DD5F2-5E2D-63FC-AD55-EE2E8E8F29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0227" y="574210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85" name="Picture 1184">
                <a:extLst>
                  <a:ext uri="{FF2B5EF4-FFF2-40B4-BE49-F238E27FC236}">
                    <a16:creationId xmlns:a16="http://schemas.microsoft.com/office/drawing/2014/main" id="{B42894EB-8BAB-CAB8-CF82-5253525880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553" y="572869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86" name="Picture 1185">
                <a:extLst>
                  <a:ext uri="{FF2B5EF4-FFF2-40B4-BE49-F238E27FC236}">
                    <a16:creationId xmlns:a16="http://schemas.microsoft.com/office/drawing/2014/main" id="{C5D60658-117A-A48C-7FC3-FECC2B9D6A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5100" y="572862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87" name="Picture 1186">
                <a:extLst>
                  <a:ext uri="{FF2B5EF4-FFF2-40B4-BE49-F238E27FC236}">
                    <a16:creationId xmlns:a16="http://schemas.microsoft.com/office/drawing/2014/main" id="{6DBFE473-140E-524C-1859-AC9A88D425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6527" y="588976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88" name="Picture 1187">
                <a:extLst>
                  <a:ext uri="{FF2B5EF4-FFF2-40B4-BE49-F238E27FC236}">
                    <a16:creationId xmlns:a16="http://schemas.microsoft.com/office/drawing/2014/main" id="{598A6842-BCCF-B82A-1C28-C62F708A81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99276" y="588828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89" name="Picture 1188">
                <a:extLst>
                  <a:ext uri="{FF2B5EF4-FFF2-40B4-BE49-F238E27FC236}">
                    <a16:creationId xmlns:a16="http://schemas.microsoft.com/office/drawing/2014/main" id="{F79A0B2A-84E8-DCF9-9375-19B7F7A5FA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1010" y="601801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90" name="Picture 1189">
                <a:extLst>
                  <a:ext uri="{FF2B5EF4-FFF2-40B4-BE49-F238E27FC236}">
                    <a16:creationId xmlns:a16="http://schemas.microsoft.com/office/drawing/2014/main" id="{3E329D4F-65AE-2D39-AB14-7721290EBD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2108" y="6026529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91" name="Picture 1190">
                <a:extLst>
                  <a:ext uri="{FF2B5EF4-FFF2-40B4-BE49-F238E27FC236}">
                    <a16:creationId xmlns:a16="http://schemas.microsoft.com/office/drawing/2014/main" id="{7D6FB6C7-741F-011B-CEC4-2C95F7853D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3878" y="601801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92" name="Picture 1191">
                <a:extLst>
                  <a:ext uri="{FF2B5EF4-FFF2-40B4-BE49-F238E27FC236}">
                    <a16:creationId xmlns:a16="http://schemas.microsoft.com/office/drawing/2014/main" id="{ED5BACD5-29AC-E524-CCBB-A9CEE7C74A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6696" y="543039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93" name="Picture 1192">
                <a:extLst>
                  <a:ext uri="{FF2B5EF4-FFF2-40B4-BE49-F238E27FC236}">
                    <a16:creationId xmlns:a16="http://schemas.microsoft.com/office/drawing/2014/main" id="{DD4C63ED-93BF-8777-AA43-310B96C002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1663" y="5430331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94" name="Picture 1193">
                <a:extLst>
                  <a:ext uri="{FF2B5EF4-FFF2-40B4-BE49-F238E27FC236}">
                    <a16:creationId xmlns:a16="http://schemas.microsoft.com/office/drawing/2014/main" id="{17A0B34B-FB2E-C90B-F0CF-B28A12132E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1320" y="5430334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95" name="Picture 1194">
                <a:extLst>
                  <a:ext uri="{FF2B5EF4-FFF2-40B4-BE49-F238E27FC236}">
                    <a16:creationId xmlns:a16="http://schemas.microsoft.com/office/drawing/2014/main" id="{5D9B2CEA-C638-3105-308A-4923FB34D5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6021" y="5414913"/>
                <a:ext cx="768606" cy="774463"/>
              </a:xfrm>
              <a:prstGeom prst="rect">
                <a:avLst/>
              </a:prstGeom>
            </p:spPr>
          </p:pic>
        </p:grpSp>
        <p:sp>
          <p:nvSpPr>
            <p:cNvPr id="10" name="Right Arrow 9">
              <a:extLst>
                <a:ext uri="{FF2B5EF4-FFF2-40B4-BE49-F238E27FC236}">
                  <a16:creationId xmlns:a16="http://schemas.microsoft.com/office/drawing/2014/main" id="{E9F6C6DB-3672-1EAD-6072-0BB901B99C3F}"/>
                </a:ext>
              </a:extLst>
            </p:cNvPr>
            <p:cNvSpPr/>
            <p:nvPr/>
          </p:nvSpPr>
          <p:spPr>
            <a:xfrm>
              <a:off x="144258" y="6352727"/>
              <a:ext cx="10935420" cy="375702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75" name="Picture 1074">
              <a:extLst>
                <a:ext uri="{FF2B5EF4-FFF2-40B4-BE49-F238E27FC236}">
                  <a16:creationId xmlns:a16="http://schemas.microsoft.com/office/drawing/2014/main" id="{A409BCB5-4AEB-1555-FF2F-3E3FC658B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56562" y="4162233"/>
              <a:ext cx="651565" cy="65653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DE831E5-22CD-E947-E0DF-48A37FA57A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81403" y="3080540"/>
              <a:ext cx="394479" cy="394479"/>
            </a:xfrm>
            <a:prstGeom prst="rect">
              <a:avLst/>
            </a:prstGeom>
          </p:spPr>
        </p:pic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6F8E84E-47D4-A60A-E8B0-936DCDED8128}"/>
                </a:ext>
              </a:extLst>
            </p:cNvPr>
            <p:cNvCxnSpPr>
              <a:cxnSpLocks/>
            </p:cNvCxnSpPr>
            <p:nvPr/>
          </p:nvCxnSpPr>
          <p:spPr>
            <a:xfrm>
              <a:off x="4010104" y="3513463"/>
              <a:ext cx="197239" cy="5014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96F8185-1701-8D5D-1B0D-EF412F425F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9065" y="3473507"/>
              <a:ext cx="171062" cy="3569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CC18033-B276-8FE4-E396-7E27FE58FA98}"/>
                </a:ext>
              </a:extLst>
            </p:cNvPr>
            <p:cNvSpPr txBox="1"/>
            <p:nvPr/>
          </p:nvSpPr>
          <p:spPr>
            <a:xfrm>
              <a:off x="5532210" y="1347538"/>
              <a:ext cx="2773729" cy="37106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b="1" i="1" dirty="0"/>
                <a:t>Add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42F6309-27CD-494D-BCF2-66222745C7D8}"/>
                </a:ext>
              </a:extLst>
            </p:cNvPr>
            <p:cNvSpPr txBox="1"/>
            <p:nvPr/>
          </p:nvSpPr>
          <p:spPr>
            <a:xfrm>
              <a:off x="10955678" y="6307454"/>
              <a:ext cx="10695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Time</a:t>
              </a:r>
            </a:p>
          </p:txBody>
        </p:sp>
        <p:pic>
          <p:nvPicPr>
            <p:cNvPr id="30" name="Picture 29" descr="Chaoborus - Wikipedia">
              <a:extLst>
                <a:ext uri="{FF2B5EF4-FFF2-40B4-BE49-F238E27FC236}">
                  <a16:creationId xmlns:a16="http://schemas.microsoft.com/office/drawing/2014/main" id="{98802251-26F0-8048-14AF-D18E098926E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930" b="16950"/>
            <a:stretch>
              <a:fillRect/>
            </a:stretch>
          </p:blipFill>
          <p:spPr bwMode="auto">
            <a:xfrm>
              <a:off x="4000259" y="2467896"/>
              <a:ext cx="771486" cy="2278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F9838A7-D8FB-7127-83B3-B4763387F259}"/>
                </a:ext>
              </a:extLst>
            </p:cNvPr>
            <p:cNvSpPr txBox="1"/>
            <p:nvPr/>
          </p:nvSpPr>
          <p:spPr>
            <a:xfrm>
              <a:off x="125045" y="880968"/>
              <a:ext cx="3366754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sz="2000" b="1" dirty="0"/>
                <a:t>Raise Daphnia</a:t>
              </a:r>
            </a:p>
            <a:p>
              <a:pPr algn="ctr"/>
              <a:r>
                <a:rPr lang="en-GB" sz="2000" b="1" dirty="0"/>
                <a:t>on different diets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C78EACB-DBA5-B71C-7C47-545126A02E12}"/>
                </a:ext>
              </a:extLst>
            </p:cNvPr>
            <p:cNvSpPr txBox="1"/>
            <p:nvPr/>
          </p:nvSpPr>
          <p:spPr>
            <a:xfrm>
              <a:off x="5532210" y="902949"/>
              <a:ext cx="6491430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sz="2000" b="1" dirty="0"/>
                <a:t>Throughout experiment</a:t>
              </a:r>
              <a:endParaRPr lang="en-GB" b="1" dirty="0"/>
            </a:p>
          </p:txBody>
        </p:sp>
        <p:sp>
          <p:nvSpPr>
            <p:cNvPr id="1058" name="TextBox 1057">
              <a:extLst>
                <a:ext uri="{FF2B5EF4-FFF2-40B4-BE49-F238E27FC236}">
                  <a16:creationId xmlns:a16="http://schemas.microsoft.com/office/drawing/2014/main" id="{025E8F0C-2F9A-20F9-26F8-024A839D4DCF}"/>
                </a:ext>
              </a:extLst>
            </p:cNvPr>
            <p:cNvSpPr txBox="1"/>
            <p:nvPr/>
          </p:nvSpPr>
          <p:spPr>
            <a:xfrm>
              <a:off x="3962277" y="2120113"/>
              <a:ext cx="864126" cy="342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DE" b="1"/>
                <a:t>50x</a:t>
              </a:r>
              <a:endParaRPr lang="en-DE" b="1" dirty="0"/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C2E0E5C4-CA2F-7C3C-8F24-EA978DD85599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16" y="2805428"/>
              <a:ext cx="6391" cy="11217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055" name="Group 1054">
              <a:extLst>
                <a:ext uri="{FF2B5EF4-FFF2-40B4-BE49-F238E27FC236}">
                  <a16:creationId xmlns:a16="http://schemas.microsoft.com/office/drawing/2014/main" id="{387DFDFF-D620-22E2-3223-01B0B367D952}"/>
                </a:ext>
              </a:extLst>
            </p:cNvPr>
            <p:cNvGrpSpPr/>
            <p:nvPr/>
          </p:nvGrpSpPr>
          <p:grpSpPr>
            <a:xfrm>
              <a:off x="83576" y="5419189"/>
              <a:ext cx="768606" cy="774463"/>
              <a:chOff x="726021" y="5414913"/>
              <a:chExt cx="768606" cy="774463"/>
            </a:xfrm>
          </p:grpSpPr>
          <p:pic>
            <p:nvPicPr>
              <p:cNvPr id="1035" name="Picture 1034">
                <a:extLst>
                  <a:ext uri="{FF2B5EF4-FFF2-40B4-BE49-F238E27FC236}">
                    <a16:creationId xmlns:a16="http://schemas.microsoft.com/office/drawing/2014/main" id="{3BB569AA-4BB7-6ADA-397B-441A3D647F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8178" y="5886909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74F0D4FE-1417-4BE6-7A29-B9742B77FB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7508" y="5575861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2B6C5C21-79FF-855B-01C3-592E1736D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8057" y="5581887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52F83264-F82D-B7F5-A270-29139BE6DD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5101" y="5569337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A698FEBA-0959-36E2-7FB2-9F3F3A7726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0227" y="574210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04B86D0E-2C63-465B-31E7-1FEB31D799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553" y="572869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59D8135C-BC56-255A-F982-A1C9C330EA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5100" y="572862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0839504A-138B-5DB0-307C-7644D93570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6527" y="588976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72E7A072-B4A4-8F05-9412-85E7A27A2E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99276" y="588828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25" name="Picture 1024">
                <a:extLst>
                  <a:ext uri="{FF2B5EF4-FFF2-40B4-BE49-F238E27FC236}">
                    <a16:creationId xmlns:a16="http://schemas.microsoft.com/office/drawing/2014/main" id="{395AFC4F-7183-0376-AC62-7AAFF824F0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1010" y="601801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29" name="Picture 1028">
                <a:extLst>
                  <a:ext uri="{FF2B5EF4-FFF2-40B4-BE49-F238E27FC236}">
                    <a16:creationId xmlns:a16="http://schemas.microsoft.com/office/drawing/2014/main" id="{3B6BBF46-086F-55BD-C8B1-135D2DB604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2108" y="6026529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30" name="Picture 1029">
                <a:extLst>
                  <a:ext uri="{FF2B5EF4-FFF2-40B4-BE49-F238E27FC236}">
                    <a16:creationId xmlns:a16="http://schemas.microsoft.com/office/drawing/2014/main" id="{F9B166EF-7EED-B1CA-D67D-055B786317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3878" y="601801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C7056690-2CCA-6993-A86B-190D64340D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6696" y="543039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32" name="Picture 1031">
                <a:extLst>
                  <a:ext uri="{FF2B5EF4-FFF2-40B4-BE49-F238E27FC236}">
                    <a16:creationId xmlns:a16="http://schemas.microsoft.com/office/drawing/2014/main" id="{6012815F-ECCA-DFE7-42E6-F0AF03FE0E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1663" y="5430331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39" name="Picture 1038">
                <a:extLst>
                  <a:ext uri="{FF2B5EF4-FFF2-40B4-BE49-F238E27FC236}">
                    <a16:creationId xmlns:a16="http://schemas.microsoft.com/office/drawing/2014/main" id="{237BE02D-D949-8C50-F72C-916EDEF8A0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1320" y="5430334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33" name="Picture 1032">
                <a:extLst>
                  <a:ext uri="{FF2B5EF4-FFF2-40B4-BE49-F238E27FC236}">
                    <a16:creationId xmlns:a16="http://schemas.microsoft.com/office/drawing/2014/main" id="{F47133D2-1F95-6E31-9E84-0FE9BBFD10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6021" y="5414913"/>
                <a:ext cx="768606" cy="774463"/>
              </a:xfrm>
              <a:prstGeom prst="rect">
                <a:avLst/>
              </a:prstGeom>
            </p:spPr>
          </p:pic>
        </p:grpSp>
        <p:sp>
          <p:nvSpPr>
            <p:cNvPr id="1049" name="TextBox 1048">
              <a:extLst>
                <a:ext uri="{FF2B5EF4-FFF2-40B4-BE49-F238E27FC236}">
                  <a16:creationId xmlns:a16="http://schemas.microsoft.com/office/drawing/2014/main" id="{4AACEC67-93C0-E9BD-1C6B-55BBF8E88984}"/>
                </a:ext>
              </a:extLst>
            </p:cNvPr>
            <p:cNvSpPr txBox="1"/>
            <p:nvPr/>
          </p:nvSpPr>
          <p:spPr>
            <a:xfrm>
              <a:off x="1963432" y="2899452"/>
              <a:ext cx="7697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x 200</a:t>
              </a:r>
            </a:p>
          </p:txBody>
        </p:sp>
        <p:sp>
          <p:nvSpPr>
            <p:cNvPr id="1051" name="TextBox 1050">
              <a:extLst>
                <a:ext uri="{FF2B5EF4-FFF2-40B4-BE49-F238E27FC236}">
                  <a16:creationId xmlns:a16="http://schemas.microsoft.com/office/drawing/2014/main" id="{1D9100BA-F70D-3673-E1EE-BB817817AD43}"/>
                </a:ext>
              </a:extLst>
            </p:cNvPr>
            <p:cNvSpPr txBox="1"/>
            <p:nvPr/>
          </p:nvSpPr>
          <p:spPr>
            <a:xfrm>
              <a:off x="1962790" y="2013545"/>
              <a:ext cx="72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x 200</a:t>
              </a:r>
            </a:p>
          </p:txBody>
        </p:sp>
        <p:sp>
          <p:nvSpPr>
            <p:cNvPr id="1054" name="TextBox 1053">
              <a:extLst>
                <a:ext uri="{FF2B5EF4-FFF2-40B4-BE49-F238E27FC236}">
                  <a16:creationId xmlns:a16="http://schemas.microsoft.com/office/drawing/2014/main" id="{8053FD84-B161-DA17-CD01-3A0FC761B882}"/>
                </a:ext>
              </a:extLst>
            </p:cNvPr>
            <p:cNvSpPr txBox="1"/>
            <p:nvPr/>
          </p:nvSpPr>
          <p:spPr>
            <a:xfrm>
              <a:off x="1977155" y="3831252"/>
              <a:ext cx="7416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x 200</a:t>
              </a:r>
            </a:p>
          </p:txBody>
        </p:sp>
        <p:grpSp>
          <p:nvGrpSpPr>
            <p:cNvPr id="1056" name="Group 1055">
              <a:extLst>
                <a:ext uri="{FF2B5EF4-FFF2-40B4-BE49-F238E27FC236}">
                  <a16:creationId xmlns:a16="http://schemas.microsoft.com/office/drawing/2014/main" id="{4AFE27B5-814D-ABFC-93E8-457E61AC731C}"/>
                </a:ext>
              </a:extLst>
            </p:cNvPr>
            <p:cNvGrpSpPr/>
            <p:nvPr/>
          </p:nvGrpSpPr>
          <p:grpSpPr>
            <a:xfrm>
              <a:off x="781050" y="5418772"/>
              <a:ext cx="768606" cy="774463"/>
              <a:chOff x="726021" y="5414913"/>
              <a:chExt cx="768606" cy="774463"/>
            </a:xfrm>
          </p:grpSpPr>
          <p:pic>
            <p:nvPicPr>
              <p:cNvPr id="1076" name="Picture 1075">
                <a:extLst>
                  <a:ext uri="{FF2B5EF4-FFF2-40B4-BE49-F238E27FC236}">
                    <a16:creationId xmlns:a16="http://schemas.microsoft.com/office/drawing/2014/main" id="{55B546E2-2BA3-8705-603D-BBCB6DBAC7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8178" y="5886909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78" name="Picture 1077">
                <a:extLst>
                  <a:ext uri="{FF2B5EF4-FFF2-40B4-BE49-F238E27FC236}">
                    <a16:creationId xmlns:a16="http://schemas.microsoft.com/office/drawing/2014/main" id="{A4763C1B-8600-2828-7E3E-767428B753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7508" y="5575861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79" name="Picture 1078">
                <a:extLst>
                  <a:ext uri="{FF2B5EF4-FFF2-40B4-BE49-F238E27FC236}">
                    <a16:creationId xmlns:a16="http://schemas.microsoft.com/office/drawing/2014/main" id="{9DAF490B-ECBE-904A-A0DC-795A4FB391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8057" y="5581887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80" name="Picture 1079">
                <a:extLst>
                  <a:ext uri="{FF2B5EF4-FFF2-40B4-BE49-F238E27FC236}">
                    <a16:creationId xmlns:a16="http://schemas.microsoft.com/office/drawing/2014/main" id="{382D902B-041E-5263-C98B-C510C4CE65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5101" y="5569337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81" name="Picture 1080">
                <a:extLst>
                  <a:ext uri="{FF2B5EF4-FFF2-40B4-BE49-F238E27FC236}">
                    <a16:creationId xmlns:a16="http://schemas.microsoft.com/office/drawing/2014/main" id="{81008016-3FE1-82A8-3F28-F11B7BC0D8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0227" y="574210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82" name="Picture 1081">
                <a:extLst>
                  <a:ext uri="{FF2B5EF4-FFF2-40B4-BE49-F238E27FC236}">
                    <a16:creationId xmlns:a16="http://schemas.microsoft.com/office/drawing/2014/main" id="{D489EEB6-A09C-D6C4-5346-A327F5A854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553" y="572869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83" name="Picture 1082">
                <a:extLst>
                  <a:ext uri="{FF2B5EF4-FFF2-40B4-BE49-F238E27FC236}">
                    <a16:creationId xmlns:a16="http://schemas.microsoft.com/office/drawing/2014/main" id="{606051B4-1B65-829F-4303-8DF3538DD4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5100" y="572862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84" name="Picture 1083">
                <a:extLst>
                  <a:ext uri="{FF2B5EF4-FFF2-40B4-BE49-F238E27FC236}">
                    <a16:creationId xmlns:a16="http://schemas.microsoft.com/office/drawing/2014/main" id="{BA61B15A-DBC7-519D-761D-B5825B0371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6527" y="588976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85" name="Picture 1084">
                <a:extLst>
                  <a:ext uri="{FF2B5EF4-FFF2-40B4-BE49-F238E27FC236}">
                    <a16:creationId xmlns:a16="http://schemas.microsoft.com/office/drawing/2014/main" id="{54E536DF-9477-B556-9FC6-8A24AC932F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99276" y="588828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86" name="Picture 1085">
                <a:extLst>
                  <a:ext uri="{FF2B5EF4-FFF2-40B4-BE49-F238E27FC236}">
                    <a16:creationId xmlns:a16="http://schemas.microsoft.com/office/drawing/2014/main" id="{88F81891-F87E-D3C2-3ECE-D925078EE9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1010" y="601801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87" name="Picture 1086">
                <a:extLst>
                  <a:ext uri="{FF2B5EF4-FFF2-40B4-BE49-F238E27FC236}">
                    <a16:creationId xmlns:a16="http://schemas.microsoft.com/office/drawing/2014/main" id="{356B01EA-CC34-D348-D689-AABA262A20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2108" y="6026529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88" name="Picture 1087">
                <a:extLst>
                  <a:ext uri="{FF2B5EF4-FFF2-40B4-BE49-F238E27FC236}">
                    <a16:creationId xmlns:a16="http://schemas.microsoft.com/office/drawing/2014/main" id="{E0AF5170-D165-B11E-F317-2679F3F882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3878" y="601801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89" name="Picture 1088">
                <a:extLst>
                  <a:ext uri="{FF2B5EF4-FFF2-40B4-BE49-F238E27FC236}">
                    <a16:creationId xmlns:a16="http://schemas.microsoft.com/office/drawing/2014/main" id="{BC685C73-61C9-18A5-4FD5-7469DF4ACA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6696" y="543039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90" name="Picture 1089">
                <a:extLst>
                  <a:ext uri="{FF2B5EF4-FFF2-40B4-BE49-F238E27FC236}">
                    <a16:creationId xmlns:a16="http://schemas.microsoft.com/office/drawing/2014/main" id="{16334CAE-18E5-2C94-2E14-9F1597A65B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1663" y="5430331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91" name="Picture 1090">
                <a:extLst>
                  <a:ext uri="{FF2B5EF4-FFF2-40B4-BE49-F238E27FC236}">
                    <a16:creationId xmlns:a16="http://schemas.microsoft.com/office/drawing/2014/main" id="{58C26658-30AF-E577-2310-20F63F368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1320" y="5430334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92" name="Picture 1091">
                <a:extLst>
                  <a:ext uri="{FF2B5EF4-FFF2-40B4-BE49-F238E27FC236}">
                    <a16:creationId xmlns:a16="http://schemas.microsoft.com/office/drawing/2014/main" id="{D1171E41-E71E-2DDD-696A-7FCC828C3F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6021" y="5414913"/>
                <a:ext cx="768606" cy="774463"/>
              </a:xfrm>
              <a:prstGeom prst="rect">
                <a:avLst/>
              </a:prstGeom>
            </p:spPr>
          </p:pic>
        </p:grpSp>
        <p:grpSp>
          <p:nvGrpSpPr>
            <p:cNvPr id="1094" name="Group 1093">
              <a:extLst>
                <a:ext uri="{FF2B5EF4-FFF2-40B4-BE49-F238E27FC236}">
                  <a16:creationId xmlns:a16="http://schemas.microsoft.com/office/drawing/2014/main" id="{1AFADBFF-F6C0-4CF8-450B-77F954B9630D}"/>
                </a:ext>
              </a:extLst>
            </p:cNvPr>
            <p:cNvGrpSpPr/>
            <p:nvPr/>
          </p:nvGrpSpPr>
          <p:grpSpPr>
            <a:xfrm>
              <a:off x="1439414" y="5417328"/>
              <a:ext cx="768606" cy="774463"/>
              <a:chOff x="726021" y="5414913"/>
              <a:chExt cx="768606" cy="774463"/>
            </a:xfrm>
          </p:grpSpPr>
          <p:pic>
            <p:nvPicPr>
              <p:cNvPr id="1095" name="Picture 1094">
                <a:extLst>
                  <a:ext uri="{FF2B5EF4-FFF2-40B4-BE49-F238E27FC236}">
                    <a16:creationId xmlns:a16="http://schemas.microsoft.com/office/drawing/2014/main" id="{5B570CD0-BBB5-71F0-1688-89F3BEFC8D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8178" y="5886909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96" name="Picture 1095">
                <a:extLst>
                  <a:ext uri="{FF2B5EF4-FFF2-40B4-BE49-F238E27FC236}">
                    <a16:creationId xmlns:a16="http://schemas.microsoft.com/office/drawing/2014/main" id="{A7DF7409-6B04-C6B2-9B2E-AF4061E8BB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7508" y="5575861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97" name="Picture 1096">
                <a:extLst>
                  <a:ext uri="{FF2B5EF4-FFF2-40B4-BE49-F238E27FC236}">
                    <a16:creationId xmlns:a16="http://schemas.microsoft.com/office/drawing/2014/main" id="{F096370B-A396-1D25-775C-3740556FE6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8057" y="5581887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98" name="Picture 1097">
                <a:extLst>
                  <a:ext uri="{FF2B5EF4-FFF2-40B4-BE49-F238E27FC236}">
                    <a16:creationId xmlns:a16="http://schemas.microsoft.com/office/drawing/2014/main" id="{24D6D229-4ADB-7719-9C02-33F1B2641F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5101" y="5569337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099" name="Picture 1098">
                <a:extLst>
                  <a:ext uri="{FF2B5EF4-FFF2-40B4-BE49-F238E27FC236}">
                    <a16:creationId xmlns:a16="http://schemas.microsoft.com/office/drawing/2014/main" id="{570AE088-7D2C-98E7-A822-6D66371634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0227" y="574210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00" name="Picture 1099">
                <a:extLst>
                  <a:ext uri="{FF2B5EF4-FFF2-40B4-BE49-F238E27FC236}">
                    <a16:creationId xmlns:a16="http://schemas.microsoft.com/office/drawing/2014/main" id="{0F146F40-D753-6B62-BF94-878587A995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553" y="572869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01" name="Picture 1100">
                <a:extLst>
                  <a:ext uri="{FF2B5EF4-FFF2-40B4-BE49-F238E27FC236}">
                    <a16:creationId xmlns:a16="http://schemas.microsoft.com/office/drawing/2014/main" id="{424A51AC-4555-7E63-4AF2-5188E44E8F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5100" y="572862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02" name="Picture 1101">
                <a:extLst>
                  <a:ext uri="{FF2B5EF4-FFF2-40B4-BE49-F238E27FC236}">
                    <a16:creationId xmlns:a16="http://schemas.microsoft.com/office/drawing/2014/main" id="{FA3F12B4-93DE-EB65-36FD-3D0A4B4254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6527" y="588976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03" name="Picture 1102">
                <a:extLst>
                  <a:ext uri="{FF2B5EF4-FFF2-40B4-BE49-F238E27FC236}">
                    <a16:creationId xmlns:a16="http://schemas.microsoft.com/office/drawing/2014/main" id="{E3A1A370-F66D-5620-2BF2-699C8D811A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99276" y="588828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04" name="Picture 1103">
                <a:extLst>
                  <a:ext uri="{FF2B5EF4-FFF2-40B4-BE49-F238E27FC236}">
                    <a16:creationId xmlns:a16="http://schemas.microsoft.com/office/drawing/2014/main" id="{32379B40-CD3F-701C-0C63-E8820E0E16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1010" y="601801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05" name="Picture 1104">
                <a:extLst>
                  <a:ext uri="{FF2B5EF4-FFF2-40B4-BE49-F238E27FC236}">
                    <a16:creationId xmlns:a16="http://schemas.microsoft.com/office/drawing/2014/main" id="{C65F4ECF-9616-AC67-FB40-56999B1BA6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2108" y="6026529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06" name="Picture 1105">
                <a:extLst>
                  <a:ext uri="{FF2B5EF4-FFF2-40B4-BE49-F238E27FC236}">
                    <a16:creationId xmlns:a16="http://schemas.microsoft.com/office/drawing/2014/main" id="{32DBE430-D5B1-B949-6FF8-07E4391968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3878" y="601801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07" name="Picture 1106">
                <a:extLst>
                  <a:ext uri="{FF2B5EF4-FFF2-40B4-BE49-F238E27FC236}">
                    <a16:creationId xmlns:a16="http://schemas.microsoft.com/office/drawing/2014/main" id="{BCB57F8C-6576-F07E-0B20-33705544CF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6696" y="543039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08" name="Picture 1107">
                <a:extLst>
                  <a:ext uri="{FF2B5EF4-FFF2-40B4-BE49-F238E27FC236}">
                    <a16:creationId xmlns:a16="http://schemas.microsoft.com/office/drawing/2014/main" id="{E2AD70A4-2CA4-8F18-55EB-F61371ABAC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1663" y="5430331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09" name="Picture 1108">
                <a:extLst>
                  <a:ext uri="{FF2B5EF4-FFF2-40B4-BE49-F238E27FC236}">
                    <a16:creationId xmlns:a16="http://schemas.microsoft.com/office/drawing/2014/main" id="{F4908E59-8678-6E30-4E1C-E51D7BD0E9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1320" y="5430334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10" name="Picture 1109">
                <a:extLst>
                  <a:ext uri="{FF2B5EF4-FFF2-40B4-BE49-F238E27FC236}">
                    <a16:creationId xmlns:a16="http://schemas.microsoft.com/office/drawing/2014/main" id="{5B243954-44CE-B309-0B99-BAFC22402A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6021" y="5414913"/>
                <a:ext cx="768606" cy="774463"/>
              </a:xfrm>
              <a:prstGeom prst="rect">
                <a:avLst/>
              </a:prstGeom>
            </p:spPr>
          </p:pic>
        </p:grpSp>
        <p:grpSp>
          <p:nvGrpSpPr>
            <p:cNvPr id="1111" name="Group 1110">
              <a:extLst>
                <a:ext uri="{FF2B5EF4-FFF2-40B4-BE49-F238E27FC236}">
                  <a16:creationId xmlns:a16="http://schemas.microsoft.com/office/drawing/2014/main" id="{EBDD35CE-F2C5-3CE3-B3C8-9EE2E0F32030}"/>
                </a:ext>
              </a:extLst>
            </p:cNvPr>
            <p:cNvGrpSpPr/>
            <p:nvPr/>
          </p:nvGrpSpPr>
          <p:grpSpPr>
            <a:xfrm>
              <a:off x="2146614" y="5414313"/>
              <a:ext cx="768606" cy="774463"/>
              <a:chOff x="726021" y="5414913"/>
              <a:chExt cx="768606" cy="774463"/>
            </a:xfrm>
          </p:grpSpPr>
          <p:pic>
            <p:nvPicPr>
              <p:cNvPr id="1112" name="Picture 1111">
                <a:extLst>
                  <a:ext uri="{FF2B5EF4-FFF2-40B4-BE49-F238E27FC236}">
                    <a16:creationId xmlns:a16="http://schemas.microsoft.com/office/drawing/2014/main" id="{C759D4C7-B3F0-8ACE-259F-4462A09E58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8178" y="5886909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13" name="Picture 1112">
                <a:extLst>
                  <a:ext uri="{FF2B5EF4-FFF2-40B4-BE49-F238E27FC236}">
                    <a16:creationId xmlns:a16="http://schemas.microsoft.com/office/drawing/2014/main" id="{A7E4C25F-1F0C-91B3-A691-17A91D6A7E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7508" y="5575861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14" name="Picture 1113">
                <a:extLst>
                  <a:ext uri="{FF2B5EF4-FFF2-40B4-BE49-F238E27FC236}">
                    <a16:creationId xmlns:a16="http://schemas.microsoft.com/office/drawing/2014/main" id="{C59FF98F-54F7-7F30-4E6A-68393FE0BD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8057" y="5581887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15" name="Picture 1114">
                <a:extLst>
                  <a:ext uri="{FF2B5EF4-FFF2-40B4-BE49-F238E27FC236}">
                    <a16:creationId xmlns:a16="http://schemas.microsoft.com/office/drawing/2014/main" id="{D5CD5A97-F690-D7A5-2D4F-DFE91F8649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5101" y="5569337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16" name="Picture 1115">
                <a:extLst>
                  <a:ext uri="{FF2B5EF4-FFF2-40B4-BE49-F238E27FC236}">
                    <a16:creationId xmlns:a16="http://schemas.microsoft.com/office/drawing/2014/main" id="{B5B51D04-EB3B-C056-BF88-F709F21621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0227" y="574210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17" name="Picture 1116">
                <a:extLst>
                  <a:ext uri="{FF2B5EF4-FFF2-40B4-BE49-F238E27FC236}">
                    <a16:creationId xmlns:a16="http://schemas.microsoft.com/office/drawing/2014/main" id="{440AAD5F-5A05-013E-084C-F45C8DE7C5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553" y="572869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18" name="Picture 1117">
                <a:extLst>
                  <a:ext uri="{FF2B5EF4-FFF2-40B4-BE49-F238E27FC236}">
                    <a16:creationId xmlns:a16="http://schemas.microsoft.com/office/drawing/2014/main" id="{B83C78EA-08DB-8BCD-40E4-0FA726E682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5100" y="572862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19" name="Picture 1118">
                <a:extLst>
                  <a:ext uri="{FF2B5EF4-FFF2-40B4-BE49-F238E27FC236}">
                    <a16:creationId xmlns:a16="http://schemas.microsoft.com/office/drawing/2014/main" id="{61D086B6-4BD5-F06D-1639-DA726F63ED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6527" y="588976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20" name="Picture 1119">
                <a:extLst>
                  <a:ext uri="{FF2B5EF4-FFF2-40B4-BE49-F238E27FC236}">
                    <a16:creationId xmlns:a16="http://schemas.microsoft.com/office/drawing/2014/main" id="{2605B8F3-1EDE-521D-4C59-19DE5E5562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99276" y="5888285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21" name="Picture 1120">
                <a:extLst>
                  <a:ext uri="{FF2B5EF4-FFF2-40B4-BE49-F238E27FC236}">
                    <a16:creationId xmlns:a16="http://schemas.microsoft.com/office/drawing/2014/main" id="{513BDA80-EEC3-EEF6-4312-F76020BB24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1010" y="601801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22" name="Picture 1121">
                <a:extLst>
                  <a:ext uri="{FF2B5EF4-FFF2-40B4-BE49-F238E27FC236}">
                    <a16:creationId xmlns:a16="http://schemas.microsoft.com/office/drawing/2014/main" id="{4702C1F6-38BF-3C35-83B2-03AF9695FC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2108" y="6026529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23" name="Picture 1122">
                <a:extLst>
                  <a:ext uri="{FF2B5EF4-FFF2-40B4-BE49-F238E27FC236}">
                    <a16:creationId xmlns:a16="http://schemas.microsoft.com/office/drawing/2014/main" id="{BC71F1BF-A3E4-F9A8-0640-4EFDF93D8D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3878" y="601801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24" name="Picture 1123">
                <a:extLst>
                  <a:ext uri="{FF2B5EF4-FFF2-40B4-BE49-F238E27FC236}">
                    <a16:creationId xmlns:a16="http://schemas.microsoft.com/office/drawing/2014/main" id="{54D17647-5CB0-732E-FE81-B784E571ED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6696" y="5430396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25" name="Picture 1124">
                <a:extLst>
                  <a:ext uri="{FF2B5EF4-FFF2-40B4-BE49-F238E27FC236}">
                    <a16:creationId xmlns:a16="http://schemas.microsoft.com/office/drawing/2014/main" id="{FAA90BB7-2E30-DD32-273B-1582FAF596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1663" y="5430331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26" name="Picture 1125">
                <a:extLst>
                  <a:ext uri="{FF2B5EF4-FFF2-40B4-BE49-F238E27FC236}">
                    <a16:creationId xmlns:a16="http://schemas.microsoft.com/office/drawing/2014/main" id="{88ABD511-2109-3F15-F416-E417921178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1320" y="5430334"/>
                <a:ext cx="144251" cy="144251"/>
              </a:xfrm>
              <a:prstGeom prst="rect">
                <a:avLst/>
              </a:prstGeom>
            </p:spPr>
          </p:pic>
          <p:pic>
            <p:nvPicPr>
              <p:cNvPr id="1127" name="Picture 1126">
                <a:extLst>
                  <a:ext uri="{FF2B5EF4-FFF2-40B4-BE49-F238E27FC236}">
                    <a16:creationId xmlns:a16="http://schemas.microsoft.com/office/drawing/2014/main" id="{D72AD476-40D1-213E-E3CD-4A673576A7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6021" y="5414913"/>
                <a:ext cx="768606" cy="774463"/>
              </a:xfrm>
              <a:prstGeom prst="rect">
                <a:avLst/>
              </a:prstGeom>
            </p:spPr>
          </p:pic>
        </p:grpSp>
        <p:sp>
          <p:nvSpPr>
            <p:cNvPr id="1196" name="Up Arrow 1195">
              <a:extLst>
                <a:ext uri="{FF2B5EF4-FFF2-40B4-BE49-F238E27FC236}">
                  <a16:creationId xmlns:a16="http://schemas.microsoft.com/office/drawing/2014/main" id="{905C7234-0177-1D4D-FCBB-05A10FE7AE8A}"/>
                </a:ext>
              </a:extLst>
            </p:cNvPr>
            <p:cNvSpPr/>
            <p:nvPr/>
          </p:nvSpPr>
          <p:spPr>
            <a:xfrm>
              <a:off x="1067358" y="4654324"/>
              <a:ext cx="897433" cy="380010"/>
            </a:xfrm>
            <a:prstGeom prst="upArrow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97" name="TextBox 1196">
              <a:extLst>
                <a:ext uri="{FF2B5EF4-FFF2-40B4-BE49-F238E27FC236}">
                  <a16:creationId xmlns:a16="http://schemas.microsoft.com/office/drawing/2014/main" id="{D50A906A-BC12-CE64-15E2-0C3CC23A03B2}"/>
                </a:ext>
              </a:extLst>
            </p:cNvPr>
            <p:cNvSpPr txBox="1"/>
            <p:nvPr/>
          </p:nvSpPr>
          <p:spPr>
            <a:xfrm rot="16200000">
              <a:off x="-789051" y="2873965"/>
              <a:ext cx="29067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/>
                <a:t>15 Daphnia / jar</a:t>
              </a:r>
            </a:p>
          </p:txBody>
        </p:sp>
        <p:sp>
          <p:nvSpPr>
            <p:cNvPr id="1202" name="TextBox 1201">
              <a:extLst>
                <a:ext uri="{FF2B5EF4-FFF2-40B4-BE49-F238E27FC236}">
                  <a16:creationId xmlns:a16="http://schemas.microsoft.com/office/drawing/2014/main" id="{2C9A2FE4-22EA-C9FA-BF81-70B1BB754910}"/>
                </a:ext>
              </a:extLst>
            </p:cNvPr>
            <p:cNvSpPr txBox="1"/>
            <p:nvPr/>
          </p:nvSpPr>
          <p:spPr>
            <a:xfrm>
              <a:off x="3504729" y="1512356"/>
              <a:ext cx="202748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i="1" dirty="0"/>
                <a:t>E.g. treatment</a:t>
              </a:r>
            </a:p>
          </p:txBody>
        </p:sp>
        <p:sp>
          <p:nvSpPr>
            <p:cNvPr id="1229" name="TextBox 1228">
              <a:extLst>
                <a:ext uri="{FF2B5EF4-FFF2-40B4-BE49-F238E27FC236}">
                  <a16:creationId xmlns:a16="http://schemas.microsoft.com/office/drawing/2014/main" id="{5B135547-77D1-F5FA-48C2-CEE496222748}"/>
                </a:ext>
              </a:extLst>
            </p:cNvPr>
            <p:cNvSpPr txBox="1"/>
            <p:nvPr/>
          </p:nvSpPr>
          <p:spPr>
            <a:xfrm>
              <a:off x="7988444" y="1360427"/>
              <a:ext cx="4078512" cy="37106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b="1" i="1" dirty="0"/>
                <a:t>Sample</a:t>
              </a:r>
            </a:p>
          </p:txBody>
        </p:sp>
        <p:cxnSp>
          <p:nvCxnSpPr>
            <p:cNvPr id="1231" name="Straight Connector 1230">
              <a:extLst>
                <a:ext uri="{FF2B5EF4-FFF2-40B4-BE49-F238E27FC236}">
                  <a16:creationId xmlns:a16="http://schemas.microsoft.com/office/drawing/2014/main" id="{1AE85BC2-D48A-5919-8788-460271D3F6E1}"/>
                </a:ext>
              </a:extLst>
            </p:cNvPr>
            <p:cNvCxnSpPr>
              <a:cxnSpLocks/>
            </p:cNvCxnSpPr>
            <p:nvPr/>
          </p:nvCxnSpPr>
          <p:spPr>
            <a:xfrm>
              <a:off x="7988444" y="1359252"/>
              <a:ext cx="0" cy="5105048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239" name="Group 1238">
              <a:extLst>
                <a:ext uri="{FF2B5EF4-FFF2-40B4-BE49-F238E27FC236}">
                  <a16:creationId xmlns:a16="http://schemas.microsoft.com/office/drawing/2014/main" id="{BF46EF4F-6EE8-4CAD-F172-032E77C44192}"/>
                </a:ext>
              </a:extLst>
            </p:cNvPr>
            <p:cNvGrpSpPr/>
            <p:nvPr/>
          </p:nvGrpSpPr>
          <p:grpSpPr>
            <a:xfrm>
              <a:off x="1211734" y="1931741"/>
              <a:ext cx="546739" cy="550905"/>
              <a:chOff x="2586130" y="2019299"/>
              <a:chExt cx="1604227" cy="1616450"/>
            </a:xfrm>
          </p:grpSpPr>
          <p:pic>
            <p:nvPicPr>
              <p:cNvPr id="1240" name="Picture 1239">
                <a:extLst>
                  <a:ext uri="{FF2B5EF4-FFF2-40B4-BE49-F238E27FC236}">
                    <a16:creationId xmlns:a16="http://schemas.microsoft.com/office/drawing/2014/main" id="{0D08CA89-08E0-DF63-2BC2-73D25DC8CD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22465" y="2338663"/>
                <a:ext cx="425361" cy="425361"/>
              </a:xfrm>
              <a:prstGeom prst="rect">
                <a:avLst/>
              </a:prstGeom>
            </p:spPr>
          </p:pic>
          <p:sp>
            <p:nvSpPr>
              <p:cNvPr id="1241" name="Rectangle 1240">
                <a:extLst>
                  <a:ext uri="{FF2B5EF4-FFF2-40B4-BE49-F238E27FC236}">
                    <a16:creationId xmlns:a16="http://schemas.microsoft.com/office/drawing/2014/main" id="{FBA82C4F-928F-BDF2-C665-A5E0F293CF24}"/>
                  </a:ext>
                </a:extLst>
              </p:cNvPr>
              <p:cNvSpPr/>
              <p:nvPr/>
            </p:nvSpPr>
            <p:spPr>
              <a:xfrm>
                <a:off x="2965032" y="2772820"/>
                <a:ext cx="1022796" cy="693224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grpSp>
            <p:nvGrpSpPr>
              <p:cNvPr id="1242" name="Group 1241">
                <a:extLst>
                  <a:ext uri="{FF2B5EF4-FFF2-40B4-BE49-F238E27FC236}">
                    <a16:creationId xmlns:a16="http://schemas.microsoft.com/office/drawing/2014/main" id="{CA617F39-A95F-556A-34BB-50CCB173AF01}"/>
                  </a:ext>
                </a:extLst>
              </p:cNvPr>
              <p:cNvGrpSpPr/>
              <p:nvPr/>
            </p:nvGrpSpPr>
            <p:grpSpPr>
              <a:xfrm>
                <a:off x="2586130" y="2019299"/>
                <a:ext cx="1604227" cy="1616450"/>
                <a:chOff x="2586130" y="2019299"/>
                <a:chExt cx="1604227" cy="1616450"/>
              </a:xfrm>
            </p:grpSpPr>
            <p:pic>
              <p:nvPicPr>
                <p:cNvPr id="1243" name="Picture 1242">
                  <a:extLst>
                    <a:ext uri="{FF2B5EF4-FFF2-40B4-BE49-F238E27FC236}">
                      <a16:creationId xmlns:a16="http://schemas.microsoft.com/office/drawing/2014/main" id="{B8056105-BE08-FB7D-2943-D724C33D4A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586130" y="2019299"/>
                  <a:ext cx="1604227" cy="1616450"/>
                </a:xfrm>
                <a:prstGeom prst="rect">
                  <a:avLst/>
                </a:prstGeom>
              </p:spPr>
            </p:pic>
            <p:pic>
              <p:nvPicPr>
                <p:cNvPr id="1244" name="Picture 1243">
                  <a:extLst>
                    <a:ext uri="{FF2B5EF4-FFF2-40B4-BE49-F238E27FC236}">
                      <a16:creationId xmlns:a16="http://schemas.microsoft.com/office/drawing/2014/main" id="{0AA726F0-3A36-A136-9B29-DDC9F261C8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22465" y="2338663"/>
                  <a:ext cx="425361" cy="425361"/>
                </a:xfrm>
                <a:prstGeom prst="rect">
                  <a:avLst/>
                </a:prstGeom>
              </p:spPr>
            </p:pic>
            <p:sp>
              <p:nvSpPr>
                <p:cNvPr id="1245" name="Rectangle 1244">
                  <a:extLst>
                    <a:ext uri="{FF2B5EF4-FFF2-40B4-BE49-F238E27FC236}">
                      <a16:creationId xmlns:a16="http://schemas.microsoft.com/office/drawing/2014/main" id="{1B5B6693-90EC-862B-9158-B94542FF29F7}"/>
                    </a:ext>
                  </a:extLst>
                </p:cNvPr>
                <p:cNvSpPr/>
                <p:nvPr/>
              </p:nvSpPr>
              <p:spPr>
                <a:xfrm>
                  <a:off x="2965032" y="2772820"/>
                  <a:ext cx="1022796" cy="693224"/>
                </a:xfrm>
                <a:prstGeom prst="rect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500" dirty="0"/>
                    <a:t>100 %</a:t>
                  </a:r>
                </a:p>
              </p:txBody>
            </p:sp>
          </p:grpSp>
        </p:grpSp>
        <p:grpSp>
          <p:nvGrpSpPr>
            <p:cNvPr id="1246" name="Group 1245">
              <a:extLst>
                <a:ext uri="{FF2B5EF4-FFF2-40B4-BE49-F238E27FC236}">
                  <a16:creationId xmlns:a16="http://schemas.microsoft.com/office/drawing/2014/main" id="{0F4823F8-3A30-B5AB-C51B-86ACAD3F9794}"/>
                </a:ext>
              </a:extLst>
            </p:cNvPr>
            <p:cNvGrpSpPr/>
            <p:nvPr/>
          </p:nvGrpSpPr>
          <p:grpSpPr>
            <a:xfrm>
              <a:off x="1228083" y="2785125"/>
              <a:ext cx="546739" cy="550905"/>
              <a:chOff x="7602885" y="2072997"/>
              <a:chExt cx="1604227" cy="1616450"/>
            </a:xfrm>
          </p:grpSpPr>
          <p:pic>
            <p:nvPicPr>
              <p:cNvPr id="1247" name="Picture 1246">
                <a:extLst>
                  <a:ext uri="{FF2B5EF4-FFF2-40B4-BE49-F238E27FC236}">
                    <a16:creationId xmlns:a16="http://schemas.microsoft.com/office/drawing/2014/main" id="{FA92F8B1-2EDE-C466-6AF5-B2FEF161A8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02885" y="2072997"/>
                <a:ext cx="1604227" cy="1616450"/>
              </a:xfrm>
              <a:prstGeom prst="rect">
                <a:avLst/>
              </a:prstGeom>
            </p:spPr>
          </p:pic>
          <p:pic>
            <p:nvPicPr>
              <p:cNvPr id="1248" name="Picture 1247">
                <a:extLst>
                  <a:ext uri="{FF2B5EF4-FFF2-40B4-BE49-F238E27FC236}">
                    <a16:creationId xmlns:a16="http://schemas.microsoft.com/office/drawing/2014/main" id="{80CA88C6-E632-C62B-3FAA-0234CD1962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39220" y="2392361"/>
                <a:ext cx="425361" cy="425361"/>
              </a:xfrm>
              <a:prstGeom prst="rect">
                <a:avLst/>
              </a:prstGeom>
            </p:spPr>
          </p:pic>
          <p:sp>
            <p:nvSpPr>
              <p:cNvPr id="1249" name="Rectangle 1248">
                <a:extLst>
                  <a:ext uri="{FF2B5EF4-FFF2-40B4-BE49-F238E27FC236}">
                    <a16:creationId xmlns:a16="http://schemas.microsoft.com/office/drawing/2014/main" id="{94CD25C7-5DA4-7881-4780-E4F2E2D6AEDB}"/>
                  </a:ext>
                </a:extLst>
              </p:cNvPr>
              <p:cNvSpPr/>
              <p:nvPr/>
            </p:nvSpPr>
            <p:spPr>
              <a:xfrm>
                <a:off x="7981714" y="2846880"/>
                <a:ext cx="1022795" cy="363718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500" dirty="0"/>
                  <a:t>50 %</a:t>
                </a:r>
              </a:p>
            </p:txBody>
          </p:sp>
          <p:sp>
            <p:nvSpPr>
              <p:cNvPr id="1250" name="Rectangle 1249">
                <a:extLst>
                  <a:ext uri="{FF2B5EF4-FFF2-40B4-BE49-F238E27FC236}">
                    <a16:creationId xmlns:a16="http://schemas.microsoft.com/office/drawing/2014/main" id="{18EA643C-DB25-C9A5-E3EC-55D98CA00DEC}"/>
                  </a:ext>
                </a:extLst>
              </p:cNvPr>
              <p:cNvSpPr/>
              <p:nvPr/>
            </p:nvSpPr>
            <p:spPr>
              <a:xfrm>
                <a:off x="7986208" y="3210598"/>
                <a:ext cx="1018301" cy="329506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500" dirty="0"/>
                  <a:t>50 %</a:t>
                </a:r>
              </a:p>
            </p:txBody>
          </p:sp>
        </p:grpSp>
        <p:grpSp>
          <p:nvGrpSpPr>
            <p:cNvPr id="1251" name="Group 1250">
              <a:extLst>
                <a:ext uri="{FF2B5EF4-FFF2-40B4-BE49-F238E27FC236}">
                  <a16:creationId xmlns:a16="http://schemas.microsoft.com/office/drawing/2014/main" id="{7043759E-DC68-A378-D2D2-C2E51B8DC638}"/>
                </a:ext>
              </a:extLst>
            </p:cNvPr>
            <p:cNvGrpSpPr/>
            <p:nvPr/>
          </p:nvGrpSpPr>
          <p:grpSpPr>
            <a:xfrm>
              <a:off x="1228083" y="3674538"/>
              <a:ext cx="546739" cy="550905"/>
              <a:chOff x="7597091" y="4702001"/>
              <a:chExt cx="1604227" cy="1616450"/>
            </a:xfrm>
          </p:grpSpPr>
          <p:pic>
            <p:nvPicPr>
              <p:cNvPr id="1252" name="Picture 1251">
                <a:extLst>
                  <a:ext uri="{FF2B5EF4-FFF2-40B4-BE49-F238E27FC236}">
                    <a16:creationId xmlns:a16="http://schemas.microsoft.com/office/drawing/2014/main" id="{8A759439-D0C5-0731-D083-774CD9ED3E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97091" y="4702001"/>
                <a:ext cx="1604227" cy="1616450"/>
              </a:xfrm>
              <a:prstGeom prst="rect">
                <a:avLst/>
              </a:prstGeom>
            </p:spPr>
          </p:pic>
          <p:pic>
            <p:nvPicPr>
              <p:cNvPr id="1253" name="Picture 1252">
                <a:extLst>
                  <a:ext uri="{FF2B5EF4-FFF2-40B4-BE49-F238E27FC236}">
                    <a16:creationId xmlns:a16="http://schemas.microsoft.com/office/drawing/2014/main" id="{05C6BB75-4F40-D5E5-B32D-BEF414A72C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33426" y="5021365"/>
                <a:ext cx="425361" cy="425361"/>
              </a:xfrm>
              <a:prstGeom prst="rect">
                <a:avLst/>
              </a:prstGeom>
            </p:spPr>
          </p:pic>
          <p:grpSp>
            <p:nvGrpSpPr>
              <p:cNvPr id="1254" name="Group 1253">
                <a:extLst>
                  <a:ext uri="{FF2B5EF4-FFF2-40B4-BE49-F238E27FC236}">
                    <a16:creationId xmlns:a16="http://schemas.microsoft.com/office/drawing/2014/main" id="{ADBC759D-B34B-E814-F6F3-74BE74BB97B2}"/>
                  </a:ext>
                </a:extLst>
              </p:cNvPr>
              <p:cNvGrpSpPr/>
              <p:nvPr/>
            </p:nvGrpSpPr>
            <p:grpSpPr>
              <a:xfrm>
                <a:off x="7975993" y="5475884"/>
                <a:ext cx="1022795" cy="693224"/>
                <a:chOff x="2965031" y="3499895"/>
                <a:chExt cx="1022795" cy="693224"/>
              </a:xfrm>
            </p:grpSpPr>
            <p:grpSp>
              <p:nvGrpSpPr>
                <p:cNvPr id="1255" name="Group 1254">
                  <a:extLst>
                    <a:ext uri="{FF2B5EF4-FFF2-40B4-BE49-F238E27FC236}">
                      <a16:creationId xmlns:a16="http://schemas.microsoft.com/office/drawing/2014/main" id="{F94EDCE3-D1DD-03C9-33F1-AD014F48B37A}"/>
                    </a:ext>
                  </a:extLst>
                </p:cNvPr>
                <p:cNvGrpSpPr/>
                <p:nvPr/>
              </p:nvGrpSpPr>
              <p:grpSpPr>
                <a:xfrm>
                  <a:off x="2965031" y="3499895"/>
                  <a:ext cx="1022795" cy="693224"/>
                  <a:chOff x="8420879" y="5108756"/>
                  <a:chExt cx="679591" cy="693224"/>
                </a:xfrm>
              </p:grpSpPr>
              <p:sp>
                <p:nvSpPr>
                  <p:cNvPr id="1257" name="Rectangle 1256">
                    <a:extLst>
                      <a:ext uri="{FF2B5EF4-FFF2-40B4-BE49-F238E27FC236}">
                        <a16:creationId xmlns:a16="http://schemas.microsoft.com/office/drawing/2014/main" id="{8B58F802-6D1B-77C5-C2AA-AF00ADDD7374}"/>
                      </a:ext>
                    </a:extLst>
                  </p:cNvPr>
                  <p:cNvSpPr/>
                  <p:nvPr/>
                </p:nvSpPr>
                <p:spPr>
                  <a:xfrm>
                    <a:off x="8420879" y="5108756"/>
                    <a:ext cx="679591" cy="363718"/>
                  </a:xfrm>
                  <a:prstGeom prst="rect">
                    <a:avLst/>
                  </a:prstGeom>
                  <a:solidFill>
                    <a:srgbClr val="C0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r>
                      <a:rPr lang="en-GB" sz="500" dirty="0"/>
                      <a:t>50 %</a:t>
                    </a:r>
                  </a:p>
                </p:txBody>
              </p:sp>
              <p:sp>
                <p:nvSpPr>
                  <p:cNvPr id="1258" name="Rectangle 1257">
                    <a:extLst>
                      <a:ext uri="{FF2B5EF4-FFF2-40B4-BE49-F238E27FC236}">
                        <a16:creationId xmlns:a16="http://schemas.microsoft.com/office/drawing/2014/main" id="{7236F292-CF14-E14E-1A68-BAF2AE9593FE}"/>
                      </a:ext>
                    </a:extLst>
                  </p:cNvPr>
                  <p:cNvSpPr/>
                  <p:nvPr/>
                </p:nvSpPr>
                <p:spPr>
                  <a:xfrm>
                    <a:off x="8423865" y="5472474"/>
                    <a:ext cx="676605" cy="329506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500" dirty="0"/>
                      <a:t>50 %</a:t>
                    </a:r>
                  </a:p>
                </p:txBody>
              </p:sp>
            </p:grpSp>
            <p:pic>
              <p:nvPicPr>
                <p:cNvPr id="1256" name="Picture 1255">
                  <a:extLst>
                    <a:ext uri="{FF2B5EF4-FFF2-40B4-BE49-F238E27FC236}">
                      <a16:creationId xmlns:a16="http://schemas.microsoft.com/office/drawing/2014/main" id="{ED6A781A-A57C-C087-88C9-B61EEAE00D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039594" y="3533469"/>
                  <a:ext cx="296571" cy="29657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261" name="Group 1260">
              <a:extLst>
                <a:ext uri="{FF2B5EF4-FFF2-40B4-BE49-F238E27FC236}">
                  <a16:creationId xmlns:a16="http://schemas.microsoft.com/office/drawing/2014/main" id="{7AB3F6A0-5162-3839-B917-8CAB85EDF398}"/>
                </a:ext>
              </a:extLst>
            </p:cNvPr>
            <p:cNvGrpSpPr/>
            <p:nvPr/>
          </p:nvGrpSpPr>
          <p:grpSpPr>
            <a:xfrm>
              <a:off x="4740494" y="2980878"/>
              <a:ext cx="541808" cy="369332"/>
              <a:chOff x="4880076" y="5616377"/>
              <a:chExt cx="828893" cy="565028"/>
            </a:xfrm>
          </p:grpSpPr>
          <p:sp>
            <p:nvSpPr>
              <p:cNvPr id="1259" name="Rectangle 1258">
                <a:extLst>
                  <a:ext uri="{FF2B5EF4-FFF2-40B4-BE49-F238E27FC236}">
                    <a16:creationId xmlns:a16="http://schemas.microsoft.com/office/drawing/2014/main" id="{A3EDA83D-7C3E-CBC4-5E8E-E0FCFD2821BE}"/>
                  </a:ext>
                </a:extLst>
              </p:cNvPr>
              <p:cNvSpPr/>
              <p:nvPr/>
            </p:nvSpPr>
            <p:spPr>
              <a:xfrm>
                <a:off x="4880076" y="5616377"/>
                <a:ext cx="828893" cy="565028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050" dirty="0"/>
                  <a:t>Lysed</a:t>
                </a:r>
                <a:endParaRPr lang="en-GB" sz="500" dirty="0"/>
              </a:p>
              <a:p>
                <a:pPr algn="ctr"/>
                <a:endParaRPr lang="en-GB" dirty="0"/>
              </a:p>
            </p:txBody>
          </p:sp>
          <p:pic>
            <p:nvPicPr>
              <p:cNvPr id="1260" name="Picture 1259">
                <a:extLst>
                  <a:ext uri="{FF2B5EF4-FFF2-40B4-BE49-F238E27FC236}">
                    <a16:creationId xmlns:a16="http://schemas.microsoft.com/office/drawing/2014/main" id="{461DF2CB-74B9-03B3-0531-BFC32E16B7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46236" y="5872537"/>
                <a:ext cx="296571" cy="296571"/>
              </a:xfrm>
              <a:prstGeom prst="rect">
                <a:avLst/>
              </a:prstGeom>
            </p:spPr>
          </p:pic>
        </p:grpSp>
        <p:grpSp>
          <p:nvGrpSpPr>
            <p:cNvPr id="1266" name="Group 1265">
              <a:extLst>
                <a:ext uri="{FF2B5EF4-FFF2-40B4-BE49-F238E27FC236}">
                  <a16:creationId xmlns:a16="http://schemas.microsoft.com/office/drawing/2014/main" id="{FC4AABA0-20D9-E56A-CEFA-BAF58D32A50D}"/>
                </a:ext>
              </a:extLst>
            </p:cNvPr>
            <p:cNvGrpSpPr/>
            <p:nvPr/>
          </p:nvGrpSpPr>
          <p:grpSpPr>
            <a:xfrm>
              <a:off x="6181316" y="2917287"/>
              <a:ext cx="1489105" cy="1702598"/>
              <a:chOff x="6128561" y="3095087"/>
              <a:chExt cx="1489105" cy="1702598"/>
            </a:xfrm>
          </p:grpSpPr>
          <p:pic>
            <p:nvPicPr>
              <p:cNvPr id="1216" name="Picture 1215">
                <a:extLst>
                  <a:ext uri="{FF2B5EF4-FFF2-40B4-BE49-F238E27FC236}">
                    <a16:creationId xmlns:a16="http://schemas.microsoft.com/office/drawing/2014/main" id="{FFAE2470-BB24-EC8B-2473-B15F733738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03720" y="4141155"/>
                <a:ext cx="651565" cy="656530"/>
              </a:xfrm>
              <a:prstGeom prst="rect">
                <a:avLst/>
              </a:prstGeom>
            </p:spPr>
          </p:pic>
          <p:pic>
            <p:nvPicPr>
              <p:cNvPr id="1217" name="Picture 1216">
                <a:extLst>
                  <a:ext uri="{FF2B5EF4-FFF2-40B4-BE49-F238E27FC236}">
                    <a16:creationId xmlns:a16="http://schemas.microsoft.com/office/drawing/2014/main" id="{ACA985C3-2C55-FD22-0239-7BD0E3FD25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28561" y="3095087"/>
                <a:ext cx="394479" cy="394479"/>
              </a:xfrm>
              <a:prstGeom prst="rect">
                <a:avLst/>
              </a:prstGeom>
            </p:spPr>
          </p:pic>
          <p:cxnSp>
            <p:nvCxnSpPr>
              <p:cNvPr id="1218" name="Straight Arrow Connector 1217">
                <a:extLst>
                  <a:ext uri="{FF2B5EF4-FFF2-40B4-BE49-F238E27FC236}">
                    <a16:creationId xmlns:a16="http://schemas.microsoft.com/office/drawing/2014/main" id="{D3ADF999-1C03-C009-4F04-37D6B21D76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57262" y="3528010"/>
                <a:ext cx="197239" cy="50149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9" name="Straight Arrow Connector 1218">
                <a:extLst>
                  <a:ext uri="{FF2B5EF4-FFF2-40B4-BE49-F238E27FC236}">
                    <a16:creationId xmlns:a16="http://schemas.microsoft.com/office/drawing/2014/main" id="{A7CA3A55-F0EB-CE76-B972-05705DEC07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68098" y="3665854"/>
                <a:ext cx="171062" cy="35699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262" name="Group 1261">
                <a:extLst>
                  <a:ext uri="{FF2B5EF4-FFF2-40B4-BE49-F238E27FC236}">
                    <a16:creationId xmlns:a16="http://schemas.microsoft.com/office/drawing/2014/main" id="{B1F7882F-5D88-D25B-CEFB-5173134FCE0B}"/>
                  </a:ext>
                </a:extLst>
              </p:cNvPr>
              <p:cNvGrpSpPr/>
              <p:nvPr/>
            </p:nvGrpSpPr>
            <p:grpSpPr>
              <a:xfrm>
                <a:off x="7075858" y="3128808"/>
                <a:ext cx="541808" cy="369332"/>
                <a:chOff x="4880076" y="5616377"/>
                <a:chExt cx="828893" cy="565028"/>
              </a:xfrm>
            </p:grpSpPr>
            <p:sp>
              <p:nvSpPr>
                <p:cNvPr id="1263" name="Rectangle 1262">
                  <a:extLst>
                    <a:ext uri="{FF2B5EF4-FFF2-40B4-BE49-F238E27FC236}">
                      <a16:creationId xmlns:a16="http://schemas.microsoft.com/office/drawing/2014/main" id="{783EF64E-CEF9-642C-64B7-C15A6CDD5DA6}"/>
                    </a:ext>
                  </a:extLst>
                </p:cNvPr>
                <p:cNvSpPr/>
                <p:nvPr/>
              </p:nvSpPr>
              <p:spPr>
                <a:xfrm>
                  <a:off x="4880076" y="5616377"/>
                  <a:ext cx="828893" cy="565028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050" dirty="0"/>
                    <a:t>Lysed</a:t>
                  </a:r>
                  <a:endParaRPr lang="en-GB" sz="500" dirty="0"/>
                </a:p>
                <a:p>
                  <a:pPr algn="ctr"/>
                  <a:endParaRPr lang="en-GB" dirty="0"/>
                </a:p>
              </p:txBody>
            </p:sp>
            <p:pic>
              <p:nvPicPr>
                <p:cNvPr id="1264" name="Picture 1263">
                  <a:extLst>
                    <a:ext uri="{FF2B5EF4-FFF2-40B4-BE49-F238E27FC236}">
                      <a16:creationId xmlns:a16="http://schemas.microsoft.com/office/drawing/2014/main" id="{AF917D10-A826-9168-531D-B2A260808B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146236" y="5872537"/>
                  <a:ext cx="296571" cy="29657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3BDB2A3-4654-36E2-65CF-B65DD064E996}"/>
                </a:ext>
              </a:extLst>
            </p:cNvPr>
            <p:cNvGrpSpPr/>
            <p:nvPr/>
          </p:nvGrpSpPr>
          <p:grpSpPr>
            <a:xfrm>
              <a:off x="8721296" y="3066277"/>
              <a:ext cx="1639603" cy="1004128"/>
              <a:chOff x="8721296" y="3066277"/>
              <a:chExt cx="1639603" cy="1004128"/>
            </a:xfrm>
          </p:grpSpPr>
          <p:sp>
            <p:nvSpPr>
              <p:cNvPr id="1283" name="Rectangle 1282">
                <a:extLst>
                  <a:ext uri="{FF2B5EF4-FFF2-40B4-BE49-F238E27FC236}">
                    <a16:creationId xmlns:a16="http://schemas.microsoft.com/office/drawing/2014/main" id="{D4AFE605-4CA3-DB37-D3C3-0F75D805B495}"/>
                  </a:ext>
                </a:extLst>
              </p:cNvPr>
              <p:cNvSpPr/>
              <p:nvPr/>
            </p:nvSpPr>
            <p:spPr>
              <a:xfrm>
                <a:off x="8721296" y="3066817"/>
                <a:ext cx="1630252" cy="98148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1" dirty="0"/>
              </a:p>
            </p:txBody>
          </p:sp>
          <p:pic>
            <p:nvPicPr>
              <p:cNvPr id="1294" name="Picture 1293">
                <a:extLst>
                  <a:ext uri="{FF2B5EF4-FFF2-40B4-BE49-F238E27FC236}">
                    <a16:creationId xmlns:a16="http://schemas.microsoft.com/office/drawing/2014/main" id="{24AC9AA2-921B-B41D-2E27-DE05052BDE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16200000">
                <a:off x="9202654" y="3326967"/>
                <a:ext cx="743438" cy="743438"/>
              </a:xfrm>
              <a:prstGeom prst="rect">
                <a:avLst/>
              </a:prstGeom>
            </p:spPr>
          </p:pic>
          <p:sp>
            <p:nvSpPr>
              <p:cNvPr id="1295" name="TextBox 1294">
                <a:extLst>
                  <a:ext uri="{FF2B5EF4-FFF2-40B4-BE49-F238E27FC236}">
                    <a16:creationId xmlns:a16="http://schemas.microsoft.com/office/drawing/2014/main" id="{1750F91A-2873-A491-3824-AE947F4F379C}"/>
                  </a:ext>
                </a:extLst>
              </p:cNvPr>
              <p:cNvSpPr txBox="1"/>
              <p:nvPr/>
            </p:nvSpPr>
            <p:spPr>
              <a:xfrm>
                <a:off x="8730647" y="3066277"/>
                <a:ext cx="1630252" cy="472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GB" dirty="0"/>
                  <a:t>Body size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62A33D7-D674-E5A3-538C-B1FA22A0CA12}"/>
                </a:ext>
              </a:extLst>
            </p:cNvPr>
            <p:cNvGrpSpPr/>
            <p:nvPr/>
          </p:nvGrpSpPr>
          <p:grpSpPr>
            <a:xfrm>
              <a:off x="8721296" y="4079853"/>
              <a:ext cx="1630252" cy="981487"/>
              <a:chOff x="8721296" y="4079853"/>
              <a:chExt cx="1630252" cy="98148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6938BEE-F6A1-8CC6-6BC4-469DEB6C7589}"/>
                  </a:ext>
                </a:extLst>
              </p:cNvPr>
              <p:cNvGrpSpPr/>
              <p:nvPr/>
            </p:nvGrpSpPr>
            <p:grpSpPr>
              <a:xfrm>
                <a:off x="8721296" y="4079853"/>
                <a:ext cx="1630252" cy="981487"/>
                <a:chOff x="8721296" y="4079853"/>
                <a:chExt cx="1630252" cy="981487"/>
              </a:xfrm>
            </p:grpSpPr>
            <p:sp>
              <p:nvSpPr>
                <p:cNvPr id="1284" name="Rectangle 1283">
                  <a:extLst>
                    <a:ext uri="{FF2B5EF4-FFF2-40B4-BE49-F238E27FC236}">
                      <a16:creationId xmlns:a16="http://schemas.microsoft.com/office/drawing/2014/main" id="{6A4243D7-76DC-77EA-11D1-34531C166642}"/>
                    </a:ext>
                  </a:extLst>
                </p:cNvPr>
                <p:cNvSpPr/>
                <p:nvPr/>
              </p:nvSpPr>
              <p:spPr>
                <a:xfrm>
                  <a:off x="8721296" y="4079853"/>
                  <a:ext cx="1630252" cy="981487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b="1" dirty="0"/>
                </a:p>
              </p:txBody>
            </p:sp>
            <p:sp>
              <p:nvSpPr>
                <p:cNvPr id="1298" name="TextBox 1297">
                  <a:extLst>
                    <a:ext uri="{FF2B5EF4-FFF2-40B4-BE49-F238E27FC236}">
                      <a16:creationId xmlns:a16="http://schemas.microsoft.com/office/drawing/2014/main" id="{80ECB29D-DE76-3521-1616-CDC633C80383}"/>
                    </a:ext>
                  </a:extLst>
                </p:cNvPr>
                <p:cNvSpPr txBox="1"/>
                <p:nvPr/>
              </p:nvSpPr>
              <p:spPr>
                <a:xfrm>
                  <a:off x="8721296" y="4086092"/>
                  <a:ext cx="1618522" cy="4725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GB" dirty="0"/>
                    <a:t>Lipids</a:t>
                  </a:r>
                </a:p>
              </p:txBody>
            </p:sp>
          </p:grpSp>
          <p:pic>
            <p:nvPicPr>
              <p:cNvPr id="1300" name="Picture 1299">
                <a:extLst>
                  <a:ext uri="{FF2B5EF4-FFF2-40B4-BE49-F238E27FC236}">
                    <a16:creationId xmlns:a16="http://schemas.microsoft.com/office/drawing/2014/main" id="{FD7C27FA-5ABF-5E5D-537A-9B37CA4730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348562" y="4590632"/>
                <a:ext cx="363990" cy="363989"/>
              </a:xfrm>
              <a:prstGeom prst="rect">
                <a:avLst/>
              </a:prstGeom>
            </p:spPr>
          </p:pic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563989A-029A-AF14-1C6D-614E5E5AE2EC}"/>
                </a:ext>
              </a:extLst>
            </p:cNvPr>
            <p:cNvGrpSpPr/>
            <p:nvPr/>
          </p:nvGrpSpPr>
          <p:grpSpPr>
            <a:xfrm>
              <a:off x="10399254" y="4073562"/>
              <a:ext cx="1630252" cy="985897"/>
              <a:chOff x="10399254" y="4073562"/>
              <a:chExt cx="1630252" cy="985897"/>
            </a:xfrm>
          </p:grpSpPr>
          <p:sp>
            <p:nvSpPr>
              <p:cNvPr id="1287" name="Rectangle 1286">
                <a:extLst>
                  <a:ext uri="{FF2B5EF4-FFF2-40B4-BE49-F238E27FC236}">
                    <a16:creationId xmlns:a16="http://schemas.microsoft.com/office/drawing/2014/main" id="{CEDB9403-3125-FE79-ADE8-2FE90C2E3267}"/>
                  </a:ext>
                </a:extLst>
              </p:cNvPr>
              <p:cNvSpPr/>
              <p:nvPr/>
            </p:nvSpPr>
            <p:spPr>
              <a:xfrm>
                <a:off x="10399254" y="4077972"/>
                <a:ext cx="1630252" cy="98148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1" dirty="0"/>
              </a:p>
            </p:txBody>
          </p:sp>
          <p:sp>
            <p:nvSpPr>
              <p:cNvPr id="1299" name="TextBox 1298">
                <a:extLst>
                  <a:ext uri="{FF2B5EF4-FFF2-40B4-BE49-F238E27FC236}">
                    <a16:creationId xmlns:a16="http://schemas.microsoft.com/office/drawing/2014/main" id="{7A688AE5-2086-0063-0770-482FE7CA8F08}"/>
                  </a:ext>
                </a:extLst>
              </p:cNvPr>
              <p:cNvSpPr txBox="1"/>
              <p:nvPr/>
            </p:nvSpPr>
            <p:spPr>
              <a:xfrm>
                <a:off x="10405603" y="4073562"/>
                <a:ext cx="1618522" cy="472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GB" dirty="0"/>
                  <a:t>Stoichiometry</a:t>
                </a:r>
              </a:p>
            </p:txBody>
          </p:sp>
          <p:grpSp>
            <p:nvGrpSpPr>
              <p:cNvPr id="1301" name="Group 1300">
                <a:extLst>
                  <a:ext uri="{FF2B5EF4-FFF2-40B4-BE49-F238E27FC236}">
                    <a16:creationId xmlns:a16="http://schemas.microsoft.com/office/drawing/2014/main" id="{AD6FF7B0-FF97-2FFD-27B6-841DB5859F03}"/>
                  </a:ext>
                </a:extLst>
              </p:cNvPr>
              <p:cNvGrpSpPr/>
              <p:nvPr/>
            </p:nvGrpSpPr>
            <p:grpSpPr>
              <a:xfrm>
                <a:off x="10805666" y="4577678"/>
                <a:ext cx="874626" cy="270988"/>
                <a:chOff x="8077677" y="3449183"/>
                <a:chExt cx="989554" cy="292203"/>
              </a:xfrm>
            </p:grpSpPr>
            <p:pic>
              <p:nvPicPr>
                <p:cNvPr id="1302" name="Picture 1301">
                  <a:extLst>
                    <a:ext uri="{FF2B5EF4-FFF2-40B4-BE49-F238E27FC236}">
                      <a16:creationId xmlns:a16="http://schemas.microsoft.com/office/drawing/2014/main" id="{A6525A7C-8DCC-D0A4-926E-5C297B6A6F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416699" y="3449185"/>
                  <a:ext cx="292201" cy="292201"/>
                </a:xfrm>
                <a:prstGeom prst="rect">
                  <a:avLst/>
                </a:prstGeom>
              </p:spPr>
            </p:pic>
            <p:pic>
              <p:nvPicPr>
                <p:cNvPr id="1303" name="Picture 1302">
                  <a:extLst>
                    <a:ext uri="{FF2B5EF4-FFF2-40B4-BE49-F238E27FC236}">
                      <a16:creationId xmlns:a16="http://schemas.microsoft.com/office/drawing/2014/main" id="{0BFBE31C-9958-3285-5AF4-DCBE1A6212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775030" y="3449183"/>
                  <a:ext cx="292201" cy="292201"/>
                </a:xfrm>
                <a:prstGeom prst="rect">
                  <a:avLst/>
                </a:prstGeom>
              </p:spPr>
            </p:pic>
            <p:pic>
              <p:nvPicPr>
                <p:cNvPr id="1304" name="Picture 1303">
                  <a:extLst>
                    <a:ext uri="{FF2B5EF4-FFF2-40B4-BE49-F238E27FC236}">
                      <a16:creationId xmlns:a16="http://schemas.microsoft.com/office/drawing/2014/main" id="{7EA67B63-8257-AEAA-3DD7-A8F7AE67AD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77677" y="3449184"/>
                  <a:ext cx="292202" cy="292202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8F845C8-E45A-77FC-626C-ED4EB598B067}"/>
                </a:ext>
              </a:extLst>
            </p:cNvPr>
            <p:cNvGrpSpPr/>
            <p:nvPr/>
          </p:nvGrpSpPr>
          <p:grpSpPr>
            <a:xfrm>
              <a:off x="10399254" y="3064936"/>
              <a:ext cx="1630252" cy="981487"/>
              <a:chOff x="10399254" y="3064936"/>
              <a:chExt cx="1630252" cy="981487"/>
            </a:xfrm>
          </p:grpSpPr>
          <p:sp>
            <p:nvSpPr>
              <p:cNvPr id="1286" name="Rectangle 1285">
                <a:extLst>
                  <a:ext uri="{FF2B5EF4-FFF2-40B4-BE49-F238E27FC236}">
                    <a16:creationId xmlns:a16="http://schemas.microsoft.com/office/drawing/2014/main" id="{8FBE6E45-0CBA-A896-5802-96E0DFDAF11E}"/>
                  </a:ext>
                </a:extLst>
              </p:cNvPr>
              <p:cNvSpPr/>
              <p:nvPr/>
            </p:nvSpPr>
            <p:spPr>
              <a:xfrm>
                <a:off x="10399254" y="3064936"/>
                <a:ext cx="1630252" cy="98148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1" dirty="0"/>
              </a:p>
            </p:txBody>
          </p:sp>
          <p:sp>
            <p:nvSpPr>
              <p:cNvPr id="1297" name="TextBox 1296">
                <a:extLst>
                  <a:ext uri="{FF2B5EF4-FFF2-40B4-BE49-F238E27FC236}">
                    <a16:creationId xmlns:a16="http://schemas.microsoft.com/office/drawing/2014/main" id="{FF58A6C9-D2E4-FDD2-0C20-D9942F358E72}"/>
                  </a:ext>
                </a:extLst>
              </p:cNvPr>
              <p:cNvSpPr txBox="1"/>
              <p:nvPr/>
            </p:nvSpPr>
            <p:spPr>
              <a:xfrm>
                <a:off x="10405118" y="3065716"/>
                <a:ext cx="1618522" cy="472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GB" dirty="0"/>
                  <a:t>Toxicity</a:t>
                </a:r>
              </a:p>
            </p:txBody>
          </p:sp>
          <p:pic>
            <p:nvPicPr>
              <p:cNvPr id="1306" name="Picture 1305">
                <a:extLst>
                  <a:ext uri="{FF2B5EF4-FFF2-40B4-BE49-F238E27FC236}">
                    <a16:creationId xmlns:a16="http://schemas.microsoft.com/office/drawing/2014/main" id="{931F0017-3822-4BAE-C3A2-F2C6387A30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70522" y="3539446"/>
                <a:ext cx="348511" cy="348511"/>
              </a:xfrm>
              <a:prstGeom prst="rect">
                <a:avLst/>
              </a:prstGeom>
            </p:spPr>
          </p:pic>
        </p:grpSp>
        <p:sp>
          <p:nvSpPr>
            <p:cNvPr id="1307" name="TextBox 1306">
              <a:extLst>
                <a:ext uri="{FF2B5EF4-FFF2-40B4-BE49-F238E27FC236}">
                  <a16:creationId xmlns:a16="http://schemas.microsoft.com/office/drawing/2014/main" id="{2FD1F920-7B43-E906-E74B-3D0A1DE43909}"/>
                </a:ext>
              </a:extLst>
            </p:cNvPr>
            <p:cNvSpPr txBox="1"/>
            <p:nvPr/>
          </p:nvSpPr>
          <p:spPr>
            <a:xfrm rot="16200000">
              <a:off x="7503245" y="3862142"/>
              <a:ext cx="19945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/>
                <a:t>Quality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3270A60-4926-2927-E5D7-A820407EACBC}"/>
                </a:ext>
              </a:extLst>
            </p:cNvPr>
            <p:cNvGrpSpPr/>
            <p:nvPr/>
          </p:nvGrpSpPr>
          <p:grpSpPr>
            <a:xfrm>
              <a:off x="9169317" y="5185993"/>
              <a:ext cx="2127445" cy="984294"/>
              <a:chOff x="9169317" y="5185993"/>
              <a:chExt cx="2127445" cy="984294"/>
            </a:xfrm>
          </p:grpSpPr>
          <p:sp>
            <p:nvSpPr>
              <p:cNvPr id="1285" name="Rectangle 1284">
                <a:extLst>
                  <a:ext uri="{FF2B5EF4-FFF2-40B4-BE49-F238E27FC236}">
                    <a16:creationId xmlns:a16="http://schemas.microsoft.com/office/drawing/2014/main" id="{A356B8E3-5C11-C246-C617-E125D20E8220}"/>
                  </a:ext>
                </a:extLst>
              </p:cNvPr>
              <p:cNvSpPr/>
              <p:nvPr/>
            </p:nvSpPr>
            <p:spPr>
              <a:xfrm>
                <a:off x="9611854" y="5188800"/>
                <a:ext cx="1630252" cy="98148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1" dirty="0"/>
              </a:p>
            </p:txBody>
          </p:sp>
          <p:sp>
            <p:nvSpPr>
              <p:cNvPr id="1296" name="TextBox 1295">
                <a:extLst>
                  <a:ext uri="{FF2B5EF4-FFF2-40B4-BE49-F238E27FC236}">
                    <a16:creationId xmlns:a16="http://schemas.microsoft.com/office/drawing/2014/main" id="{E98DF2C5-FAEF-88A2-E984-8DA35E68D513}"/>
                  </a:ext>
                </a:extLst>
              </p:cNvPr>
              <p:cNvSpPr txBox="1"/>
              <p:nvPr/>
            </p:nvSpPr>
            <p:spPr>
              <a:xfrm>
                <a:off x="9548617" y="5185994"/>
                <a:ext cx="1748145" cy="467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GB" dirty="0"/>
                  <a:t>Time to emerge</a:t>
                </a:r>
              </a:p>
            </p:txBody>
          </p:sp>
          <p:pic>
            <p:nvPicPr>
              <p:cNvPr id="1305" name="Picture 1304">
                <a:extLst>
                  <a:ext uri="{FF2B5EF4-FFF2-40B4-BE49-F238E27FC236}">
                    <a16:creationId xmlns:a16="http://schemas.microsoft.com/office/drawing/2014/main" id="{FF34CC9F-CC75-6B0B-EF2B-9DD2C199B6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209079" y="5636308"/>
                <a:ext cx="496598" cy="496598"/>
              </a:xfrm>
              <a:prstGeom prst="rect">
                <a:avLst/>
              </a:prstGeom>
            </p:spPr>
          </p:pic>
          <p:sp>
            <p:nvSpPr>
              <p:cNvPr id="1308" name="TextBox 1307">
                <a:extLst>
                  <a:ext uri="{FF2B5EF4-FFF2-40B4-BE49-F238E27FC236}">
                    <a16:creationId xmlns:a16="http://schemas.microsoft.com/office/drawing/2014/main" id="{21603A63-7F15-F172-FA8E-8B0D3604A0BB}"/>
                  </a:ext>
                </a:extLst>
              </p:cNvPr>
              <p:cNvSpPr txBox="1"/>
              <p:nvPr/>
            </p:nvSpPr>
            <p:spPr>
              <a:xfrm rot="16200000">
                <a:off x="8878628" y="5476682"/>
                <a:ext cx="9814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000" dirty="0"/>
                  <a:t>Timing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FB5A80A-E82C-CEC5-4988-F1DA828AD7E9}"/>
                </a:ext>
              </a:extLst>
            </p:cNvPr>
            <p:cNvGrpSpPr/>
            <p:nvPr/>
          </p:nvGrpSpPr>
          <p:grpSpPr>
            <a:xfrm>
              <a:off x="9169317" y="1905000"/>
              <a:ext cx="2072790" cy="1236828"/>
              <a:chOff x="9169317" y="1905000"/>
              <a:chExt cx="2072790" cy="1236828"/>
            </a:xfrm>
          </p:grpSpPr>
          <p:sp>
            <p:nvSpPr>
              <p:cNvPr id="1282" name="Rectangle 1281">
                <a:extLst>
                  <a:ext uri="{FF2B5EF4-FFF2-40B4-BE49-F238E27FC236}">
                    <a16:creationId xmlns:a16="http://schemas.microsoft.com/office/drawing/2014/main" id="{45F669BD-0B11-B036-6C17-12D696B1F868}"/>
                  </a:ext>
                </a:extLst>
              </p:cNvPr>
              <p:cNvSpPr/>
              <p:nvPr/>
            </p:nvSpPr>
            <p:spPr>
              <a:xfrm>
                <a:off x="9611855" y="1964331"/>
                <a:ext cx="1630252" cy="98148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1" dirty="0"/>
              </a:p>
            </p:txBody>
          </p:sp>
          <p:sp>
            <p:nvSpPr>
              <p:cNvPr id="1288" name="TextBox 1287">
                <a:extLst>
                  <a:ext uri="{FF2B5EF4-FFF2-40B4-BE49-F238E27FC236}">
                    <a16:creationId xmlns:a16="http://schemas.microsoft.com/office/drawing/2014/main" id="{9AA2043B-F1A0-A1A7-5F38-18B8CB2C2DE1}"/>
                  </a:ext>
                </a:extLst>
              </p:cNvPr>
              <p:cNvSpPr txBox="1"/>
              <p:nvPr/>
            </p:nvSpPr>
            <p:spPr>
              <a:xfrm>
                <a:off x="9602504" y="1962450"/>
                <a:ext cx="1639602" cy="472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GB" dirty="0"/>
                  <a:t>Death</a:t>
                </a:r>
              </a:p>
            </p:txBody>
          </p:sp>
          <p:grpSp>
            <p:nvGrpSpPr>
              <p:cNvPr id="1289" name="Group 1288">
                <a:extLst>
                  <a:ext uri="{FF2B5EF4-FFF2-40B4-BE49-F238E27FC236}">
                    <a16:creationId xmlns:a16="http://schemas.microsoft.com/office/drawing/2014/main" id="{39164146-90FB-8AC9-0968-0964F30F7C7B}"/>
                  </a:ext>
                </a:extLst>
              </p:cNvPr>
              <p:cNvGrpSpPr/>
              <p:nvPr/>
            </p:nvGrpSpPr>
            <p:grpSpPr>
              <a:xfrm>
                <a:off x="9864279" y="2367701"/>
                <a:ext cx="1116052" cy="488967"/>
                <a:chOff x="8673069" y="2324749"/>
                <a:chExt cx="831883" cy="364466"/>
              </a:xfrm>
            </p:grpSpPr>
            <p:pic>
              <p:nvPicPr>
                <p:cNvPr id="1290" name="Picture 1289" descr="Chaoborus - Wikipedia">
                  <a:extLst>
                    <a:ext uri="{FF2B5EF4-FFF2-40B4-BE49-F238E27FC236}">
                      <a16:creationId xmlns:a16="http://schemas.microsoft.com/office/drawing/2014/main" id="{FC405E57-956E-C4C9-47A0-17F2E475A66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38930" b="16950"/>
                <a:stretch>
                  <a:fillRect/>
                </a:stretch>
              </p:blipFill>
              <p:spPr bwMode="auto">
                <a:xfrm>
                  <a:off x="8673069" y="2397087"/>
                  <a:ext cx="831883" cy="24571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291" name="Multiply 1290">
                  <a:extLst>
                    <a:ext uri="{FF2B5EF4-FFF2-40B4-BE49-F238E27FC236}">
                      <a16:creationId xmlns:a16="http://schemas.microsoft.com/office/drawing/2014/main" id="{24B68130-B5F3-ABAF-C8A4-56FB8FCAF356}"/>
                    </a:ext>
                  </a:extLst>
                </p:cNvPr>
                <p:cNvSpPr/>
                <p:nvPr/>
              </p:nvSpPr>
              <p:spPr>
                <a:xfrm>
                  <a:off x="8828406" y="2324749"/>
                  <a:ext cx="564983" cy="364466"/>
                </a:xfrm>
                <a:prstGeom prst="mathMultiply">
                  <a:avLst/>
                </a:prstGeom>
                <a:solidFill>
                  <a:srgbClr val="C00000">
                    <a:alpha val="74902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E"/>
                </a:p>
              </p:txBody>
            </p:sp>
          </p:grpSp>
          <p:sp>
            <p:nvSpPr>
              <p:cNvPr id="1309" name="TextBox 1308">
                <a:extLst>
                  <a:ext uri="{FF2B5EF4-FFF2-40B4-BE49-F238E27FC236}">
                    <a16:creationId xmlns:a16="http://schemas.microsoft.com/office/drawing/2014/main" id="{0511748E-B93B-48CB-714A-CD4D78C46800}"/>
                  </a:ext>
                </a:extLst>
              </p:cNvPr>
              <p:cNvSpPr txBox="1"/>
              <p:nvPr/>
            </p:nvSpPr>
            <p:spPr>
              <a:xfrm rot="16200000">
                <a:off x="8750958" y="2323359"/>
                <a:ext cx="12368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000" dirty="0"/>
                  <a:t>Quantity</a:t>
                </a:r>
              </a:p>
            </p:txBody>
          </p:sp>
        </p:grpSp>
        <p:sp>
          <p:nvSpPr>
            <p:cNvPr id="1310" name="TextBox 1309">
              <a:extLst>
                <a:ext uri="{FF2B5EF4-FFF2-40B4-BE49-F238E27FC236}">
                  <a16:creationId xmlns:a16="http://schemas.microsoft.com/office/drawing/2014/main" id="{70508C23-E2B8-B8B7-E95D-49CF402A984F}"/>
                </a:ext>
              </a:extLst>
            </p:cNvPr>
            <p:cNvSpPr txBox="1"/>
            <p:nvPr/>
          </p:nvSpPr>
          <p:spPr>
            <a:xfrm>
              <a:off x="5905333" y="2376010"/>
              <a:ext cx="202748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i="1" dirty="0"/>
                <a:t>E.g. treatment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6553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1527</TotalTime>
  <Words>90</Words>
  <Application>Microsoft Macintosh PowerPoint</Application>
  <PresentationFormat>Widescreen</PresentationFormat>
  <Paragraphs>43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Emanuele Giacomuzzo</dc:creator>
  <cp:lastModifiedBy>Emanuele Giacomuzzo</cp:lastModifiedBy>
  <cp:revision>180</cp:revision>
  <dcterms:created xsi:type="dcterms:W3CDTF">2026-01-12T15:56:29Z</dcterms:created>
  <dcterms:modified xsi:type="dcterms:W3CDTF">2026-08-03T10:38:07Z</dcterms:modified>
</cp:coreProperties>
</file>