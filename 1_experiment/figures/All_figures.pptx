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718" r:id="rId2"/>
    <p:sldId id="719" r:id="rId3"/>
    <p:sldId id="71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761"/>
  </p:normalViewPr>
  <p:slideViewPr>
    <p:cSldViewPr snapToGrid="0">
      <p:cViewPr varScale="1">
        <p:scale>
          <a:sx n="102" d="100"/>
          <a:sy n="102" d="100"/>
        </p:scale>
        <p:origin x="10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3E7C88-AD06-0B46-A913-FBB4EDA557A7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AEDE2-EF28-1646-B682-13D748896D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57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6CE5-1970-041F-EBA2-BDF508122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548D8-924F-6647-2DF9-1F30AF8C8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F2A27-7AA1-5AED-3E65-71E9480BC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2BA84-B973-C0BA-6623-825E663085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40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F8054-B42A-9C53-DD7F-0CDCDF988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3CA543-078A-6E47-2F1B-6DED726D28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A605A-6B1B-2A34-AA96-0950FFE7E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20C7D-523D-0D53-52E6-6A47D094E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8342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BA9A-D40D-1C52-D9E0-1000CAAB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DDB0CF-77CD-6C2B-0FAC-D19896AC3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09A3F7-8A9F-8687-2C85-4F08C72F6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27779-8261-A73A-D244-398F09F82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10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F0EA2-6FE7-669C-F150-B7EE81746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11D09E-A13A-6F9B-17E9-9D58B4046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D5EDD-E9CB-92CD-96FB-665D7408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CB7B3-8F88-B775-E4A6-D3855CA33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C518C-16E4-B067-30F7-D8C646FD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11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86EEE-AF2F-37BF-A874-B53859E1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6D001-E2C0-851C-2B0C-26B46855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6C08F-39E4-E20F-D861-F0958637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C0213-72A1-2688-420E-56D30C1A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62A49-5CFE-02CB-1214-5168EC1D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4372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FB49-385D-B9E1-E5B3-DDA1221A1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DC6A9-A85E-AA9D-30A9-093F5B7F6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C086E-AB00-8CD4-AF99-148CD8BA8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1CA76-0407-CF2E-590D-3FF7223A6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DE91E-4840-263F-E0F9-9E5B58F5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8736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BA4A-2750-2750-0CA1-CD7D7494F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14440-474A-CE62-27AF-E0031CAD3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C1D0D-C68A-BB73-C3BF-F24307CA0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E823C-0F07-EEB1-AD86-67B6A625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91E13-64FD-B2C1-967C-70AC43E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C7027-5EFA-16BF-0695-8995CA27A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60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0C9E-32EF-25B1-1B11-2762039E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4FE25-C974-F65B-B7B8-01D5ECF20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9FB8D9-C40C-8ED7-CAB2-5E981B77C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60C3E6-2E1D-CC71-0B14-44E511E774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D6BE47-EE46-CDF9-543F-010FBFCE8D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2C4BC1-2061-7DF8-ACAA-EE3D015E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7D57CB-3803-BFC7-5620-F366AB053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F02D77-B251-7196-86A6-A392EF14F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733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F0CB2-FE17-45BD-1AD5-55841C0D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6BC8A-6BDA-7F18-E1C4-E17F9821D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CCAF5B-BC5E-5FEC-B88D-38DBEC0A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52A11-C67A-A328-0631-53E624F7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865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50C28B-C88E-7B25-0ED5-068A1574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DE5F5A-A2F5-3E65-E938-3F92D7647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026A6-26CF-BFD2-30B4-204971D0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392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BDFFF-B92E-7C56-43F0-3FECE677D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2D001-6B77-B706-600D-A7A7B235A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571B6-0F3C-F575-C0FC-05EEC449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360A17-834D-8C6C-D96F-DCDE9B6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71E0-F321-A7DB-AD2F-61EDFF4E5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5539F-E3F5-FFDA-0F2F-5D07D8B4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299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8D63-ADF1-5890-E752-6A9548420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CD5F-5B18-2ED6-9527-5012A84E51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2A910-9C4E-534F-9249-3DC7BF989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C6550-669E-AFE2-8A65-C6655902F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B1A05-8155-8214-00FD-22732BAAC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29A3C-5EE5-96BD-2BD4-A055EFD6E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81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67B0-CB0B-9BDC-CE2A-114F7548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E826BC-6300-23D0-7130-04D1E492F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435A2-71A5-8C9F-3CCB-7C5895F8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90BB0-0BCB-3794-6B45-2FDAE0C01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F8C05-45A1-6715-5104-D95A0DEF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27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CBC117-59FF-6C9B-F30A-87954C2AC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6FB77-0A78-A8D6-EEF5-A30206FA5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E9AB4-5187-2194-412B-8C859A743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5CADA-C194-CAC5-1D82-DB0310F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156D-9D54-F4CE-C53F-DD43715AE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79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B5AAA-5D26-A4D4-DE82-301F16DA3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9962-0460-E34C-8D6C-845E1326C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34D8E-BBE8-75B3-6EE0-3A5F9FD6A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BF641-5FF5-D94A-B89F-40D3DD45CFB8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0D99F-2884-6C36-0D2C-32A7B05FBA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2C959-A71A-5C6D-B4E8-36C0F8C5D7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44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1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0FE2-1F79-1C3B-0F07-2518426D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Rectangle 1120">
            <a:extLst>
              <a:ext uri="{FF2B5EF4-FFF2-40B4-BE49-F238E27FC236}">
                <a16:creationId xmlns:a16="http://schemas.microsoft.com/office/drawing/2014/main" id="{7325D127-7EBD-F290-3709-FCC6A6385B37}"/>
              </a:ext>
            </a:extLst>
          </p:cNvPr>
          <p:cNvSpPr/>
          <p:nvPr/>
        </p:nvSpPr>
        <p:spPr>
          <a:xfrm>
            <a:off x="1383900" y="1952206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C8E9FC2E-91D0-1E85-BCDE-E6DA8C2BC22A}"/>
              </a:ext>
            </a:extLst>
          </p:cNvPr>
          <p:cNvSpPr/>
          <p:nvPr/>
        </p:nvSpPr>
        <p:spPr>
          <a:xfrm>
            <a:off x="1383901" y="3470468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B4423504-B780-C154-6B60-FBF8F8733DB8}"/>
              </a:ext>
            </a:extLst>
          </p:cNvPr>
          <p:cNvSpPr/>
          <p:nvPr/>
        </p:nvSpPr>
        <p:spPr>
          <a:xfrm>
            <a:off x="1383900" y="4955307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94A627AF-FD88-9BE4-29D0-98D17CD8B44F}"/>
              </a:ext>
            </a:extLst>
          </p:cNvPr>
          <p:cNvSpPr/>
          <p:nvPr/>
        </p:nvSpPr>
        <p:spPr>
          <a:xfrm>
            <a:off x="1383900" y="469705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6" name="Picture 1075">
            <a:extLst>
              <a:ext uri="{FF2B5EF4-FFF2-40B4-BE49-F238E27FC236}">
                <a16:creationId xmlns:a16="http://schemas.microsoft.com/office/drawing/2014/main" id="{E71FC530-318C-8B0B-BB8B-98CE9A533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36" y="6505690"/>
            <a:ext cx="256199" cy="256199"/>
          </a:xfrm>
          <a:prstGeom prst="rect">
            <a:avLst/>
          </a:prstGeom>
        </p:spPr>
      </p:pic>
      <p:sp>
        <p:nvSpPr>
          <p:cNvPr id="1077" name="Right Arrow 1076">
            <a:extLst>
              <a:ext uri="{FF2B5EF4-FFF2-40B4-BE49-F238E27FC236}">
                <a16:creationId xmlns:a16="http://schemas.microsoft.com/office/drawing/2014/main" id="{A3169272-6A77-57BD-4101-5F4157C19AF2}"/>
              </a:ext>
            </a:extLst>
          </p:cNvPr>
          <p:cNvSpPr/>
          <p:nvPr/>
        </p:nvSpPr>
        <p:spPr>
          <a:xfrm>
            <a:off x="5549369" y="4262103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1" name="Right Arrow 1080">
            <a:extLst>
              <a:ext uri="{FF2B5EF4-FFF2-40B4-BE49-F238E27FC236}">
                <a16:creationId xmlns:a16="http://schemas.microsoft.com/office/drawing/2014/main" id="{BCB1EB6C-46A5-1F1F-AEEA-AA800924967F}"/>
              </a:ext>
            </a:extLst>
          </p:cNvPr>
          <p:cNvSpPr/>
          <p:nvPr/>
        </p:nvSpPr>
        <p:spPr>
          <a:xfrm>
            <a:off x="5568570" y="5579296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1" name="Right Arrow 1090">
            <a:extLst>
              <a:ext uri="{FF2B5EF4-FFF2-40B4-BE49-F238E27FC236}">
                <a16:creationId xmlns:a16="http://schemas.microsoft.com/office/drawing/2014/main" id="{C3CD3661-F065-A236-2A42-3219A1781039}"/>
              </a:ext>
            </a:extLst>
          </p:cNvPr>
          <p:cNvSpPr/>
          <p:nvPr/>
        </p:nvSpPr>
        <p:spPr>
          <a:xfrm>
            <a:off x="5522432" y="2568701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8" name="Right Arrow 1097">
            <a:extLst>
              <a:ext uri="{FF2B5EF4-FFF2-40B4-BE49-F238E27FC236}">
                <a16:creationId xmlns:a16="http://schemas.microsoft.com/office/drawing/2014/main" id="{56BDF1BD-3182-FF4F-413A-B8A2B7C0E0D6}"/>
              </a:ext>
            </a:extLst>
          </p:cNvPr>
          <p:cNvSpPr/>
          <p:nvPr/>
        </p:nvSpPr>
        <p:spPr>
          <a:xfrm>
            <a:off x="5585550" y="1094845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3F521507-F0D6-C89B-FF23-943B6D72945B}"/>
              </a:ext>
            </a:extLst>
          </p:cNvPr>
          <p:cNvSpPr txBox="1"/>
          <p:nvPr/>
        </p:nvSpPr>
        <p:spPr>
          <a:xfrm>
            <a:off x="1803051" y="761619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 toxic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4E4A3F0B-3B55-855F-281B-E00D1B529C44}"/>
              </a:ext>
            </a:extLst>
          </p:cNvPr>
          <p:cNvSpPr txBox="1"/>
          <p:nvPr/>
        </p:nvSpPr>
        <p:spPr>
          <a:xfrm>
            <a:off x="1628230" y="1155168"/>
            <a:ext cx="237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Microcystis aeruginosa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4D97848A-1E9E-C662-4A75-A358ECC6850B}"/>
              </a:ext>
            </a:extLst>
          </p:cNvPr>
          <p:cNvSpPr txBox="1"/>
          <p:nvPr/>
        </p:nvSpPr>
        <p:spPr>
          <a:xfrm>
            <a:off x="1803051" y="22155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33FB628-F485-F10B-1BDF-75879592300C}"/>
              </a:ext>
            </a:extLst>
          </p:cNvPr>
          <p:cNvSpPr txBox="1"/>
          <p:nvPr/>
        </p:nvSpPr>
        <p:spPr>
          <a:xfrm>
            <a:off x="1497724" y="2609146"/>
            <a:ext cx="2633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Synechococcus elongatus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4355493B-5265-DE8B-0483-02EF71C6D769}"/>
              </a:ext>
            </a:extLst>
          </p:cNvPr>
          <p:cNvSpPr txBox="1"/>
          <p:nvPr/>
        </p:nvSpPr>
        <p:spPr>
          <a:xfrm>
            <a:off x="1803051" y="38076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18" name="TextBox 1117">
            <a:extLst>
              <a:ext uri="{FF2B5EF4-FFF2-40B4-BE49-F238E27FC236}">
                <a16:creationId xmlns:a16="http://schemas.microsoft.com/office/drawing/2014/main" id="{9E9B848E-996C-8DE2-A215-853B2AD33062}"/>
              </a:ext>
            </a:extLst>
          </p:cNvPr>
          <p:cNvSpPr txBox="1"/>
          <p:nvPr/>
        </p:nvSpPr>
        <p:spPr>
          <a:xfrm>
            <a:off x="1325533" y="4201246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19" name="TextBox 1118">
            <a:extLst>
              <a:ext uri="{FF2B5EF4-FFF2-40B4-BE49-F238E27FC236}">
                <a16:creationId xmlns:a16="http://schemas.microsoft.com/office/drawing/2014/main" id="{4BCEE680-19E9-EC0F-4445-9DF9BDFE28C5}"/>
              </a:ext>
            </a:extLst>
          </p:cNvPr>
          <p:cNvSpPr txBox="1"/>
          <p:nvPr/>
        </p:nvSpPr>
        <p:spPr>
          <a:xfrm>
            <a:off x="8597335" y="6479902"/>
            <a:ext cx="248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Lysed </a:t>
            </a:r>
            <a:r>
              <a:rPr lang="en-GB" sz="1400" i="1" dirty="0">
                <a:solidFill>
                  <a:schemeClr val="bg2">
                    <a:lumMod val="25000"/>
                  </a:schemeClr>
                </a:solidFill>
              </a:rPr>
              <a:t>Microcystis aeruginosa</a:t>
            </a:r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B3DCD556-4BC3-0DFE-4ECA-F42BCA4858E6}"/>
              </a:ext>
            </a:extLst>
          </p:cNvPr>
          <p:cNvSpPr txBox="1"/>
          <p:nvPr/>
        </p:nvSpPr>
        <p:spPr>
          <a:xfrm>
            <a:off x="1886818" y="5239981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28" name="TextBox 1127">
            <a:extLst>
              <a:ext uri="{FF2B5EF4-FFF2-40B4-BE49-F238E27FC236}">
                <a16:creationId xmlns:a16="http://schemas.microsoft.com/office/drawing/2014/main" id="{0241F0B8-F1C4-FD1B-8944-39462CFDC45F}"/>
              </a:ext>
            </a:extLst>
          </p:cNvPr>
          <p:cNvSpPr txBox="1"/>
          <p:nvPr/>
        </p:nvSpPr>
        <p:spPr>
          <a:xfrm>
            <a:off x="1383900" y="5633530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37F5BBC5-EEB8-3887-653B-94EC522D21F4}"/>
              </a:ext>
            </a:extLst>
          </p:cNvPr>
          <p:cNvSpPr/>
          <p:nvPr/>
        </p:nvSpPr>
        <p:spPr>
          <a:xfrm>
            <a:off x="1628230" y="599967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4B21862B-98B2-E63F-6A90-3FC394C65AA1}"/>
              </a:ext>
            </a:extLst>
          </p:cNvPr>
          <p:cNvSpPr/>
          <p:nvPr/>
        </p:nvSpPr>
        <p:spPr>
          <a:xfrm>
            <a:off x="1591836" y="2093538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E5B360F7-293B-94F0-6893-C403650FDB18}"/>
              </a:ext>
            </a:extLst>
          </p:cNvPr>
          <p:cNvSpPr/>
          <p:nvPr/>
        </p:nvSpPr>
        <p:spPr>
          <a:xfrm>
            <a:off x="1536637" y="3620473"/>
            <a:ext cx="2711168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42AE024C-2985-391A-A993-688C9E2E2C15}"/>
              </a:ext>
            </a:extLst>
          </p:cNvPr>
          <p:cNvSpPr/>
          <p:nvPr/>
        </p:nvSpPr>
        <p:spPr>
          <a:xfrm>
            <a:off x="1590738" y="5062906"/>
            <a:ext cx="2657067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62" name="Group 1061">
            <a:extLst>
              <a:ext uri="{FF2B5EF4-FFF2-40B4-BE49-F238E27FC236}">
                <a16:creationId xmlns:a16="http://schemas.microsoft.com/office/drawing/2014/main" id="{5586700D-1CAA-0941-22C6-170032CC9EAF}"/>
              </a:ext>
            </a:extLst>
          </p:cNvPr>
          <p:cNvGrpSpPr/>
          <p:nvPr/>
        </p:nvGrpSpPr>
        <p:grpSpPr>
          <a:xfrm>
            <a:off x="7326091" y="557012"/>
            <a:ext cx="1713206" cy="1141200"/>
            <a:chOff x="7326091" y="557012"/>
            <a:chExt cx="1713206" cy="1141200"/>
          </a:xfrm>
        </p:grpSpPr>
        <p:pic>
          <p:nvPicPr>
            <p:cNvPr id="1075" name="Picture 1074">
              <a:extLst>
                <a:ext uri="{FF2B5EF4-FFF2-40B4-BE49-F238E27FC236}">
                  <a16:creationId xmlns:a16="http://schemas.microsoft.com/office/drawing/2014/main" id="{1FDA72FF-5278-9FF1-1847-B8A5A31F0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FC1A751-C6D6-4150-43A8-15841D85F5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51EAA85-BC12-BF7F-011F-E55ACA68EA9F}"/>
              </a:ext>
            </a:extLst>
          </p:cNvPr>
          <p:cNvGrpSpPr/>
          <p:nvPr/>
        </p:nvGrpSpPr>
        <p:grpSpPr>
          <a:xfrm>
            <a:off x="4699060" y="773191"/>
            <a:ext cx="714143" cy="804641"/>
            <a:chOff x="4699060" y="773191"/>
            <a:chExt cx="714143" cy="804641"/>
          </a:xfrm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81890EB9-09BD-E49A-B4D0-A0F60BCFF59F}"/>
                </a:ext>
              </a:extLst>
            </p:cNvPr>
            <p:cNvSpPr/>
            <p:nvPr/>
          </p:nvSpPr>
          <p:spPr>
            <a:xfrm flipH="1">
              <a:off x="4699060" y="773191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8F1AAC-A6A4-0326-A9F0-CA2508D7C219}"/>
                </a:ext>
              </a:extLst>
            </p:cNvPr>
            <p:cNvSpPr/>
            <p:nvPr/>
          </p:nvSpPr>
          <p:spPr>
            <a:xfrm flipH="1">
              <a:off x="4926268" y="786823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3AAA05EA-F7F7-6E66-A3F0-2823750A062D}"/>
                </a:ext>
              </a:extLst>
            </p:cNvPr>
            <p:cNvSpPr/>
            <p:nvPr/>
          </p:nvSpPr>
          <p:spPr>
            <a:xfrm flipH="1">
              <a:off x="4944452" y="955077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630A55A-6226-83BA-1B73-105978BF8D9D}"/>
                </a:ext>
              </a:extLst>
            </p:cNvPr>
            <p:cNvSpPr/>
            <p:nvPr/>
          </p:nvSpPr>
          <p:spPr>
            <a:xfrm flipH="1">
              <a:off x="5041435" y="1336869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F3ABA3D-3C69-C684-FD23-F977C46FC0F6}"/>
                </a:ext>
              </a:extLst>
            </p:cNvPr>
            <p:cNvSpPr/>
            <p:nvPr/>
          </p:nvSpPr>
          <p:spPr>
            <a:xfrm flipH="1">
              <a:off x="4807801" y="826064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AD704F0-8CA9-0237-93AB-686EF4BABF81}"/>
                </a:ext>
              </a:extLst>
            </p:cNvPr>
            <p:cNvSpPr/>
            <p:nvPr/>
          </p:nvSpPr>
          <p:spPr>
            <a:xfrm flipH="1">
              <a:off x="4721142" y="1061631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362F1799-FC25-2D59-FB8C-4C8A606FE3EA}"/>
                </a:ext>
              </a:extLst>
            </p:cNvPr>
            <p:cNvSpPr/>
            <p:nvPr/>
          </p:nvSpPr>
          <p:spPr>
            <a:xfrm flipH="1">
              <a:off x="4790820" y="1407864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22A229C-5A6C-AF81-9065-411A2604875C}"/>
                </a:ext>
              </a:extLst>
            </p:cNvPr>
            <p:cNvSpPr/>
            <p:nvPr/>
          </p:nvSpPr>
          <p:spPr>
            <a:xfrm flipH="1">
              <a:off x="5077804" y="1476808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21F6871-362D-8B37-938F-6DF483EC3F66}"/>
                </a:ext>
              </a:extLst>
            </p:cNvPr>
            <p:cNvSpPr/>
            <p:nvPr/>
          </p:nvSpPr>
          <p:spPr>
            <a:xfrm flipH="1">
              <a:off x="5075783" y="1472767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D097D4A-5F50-E02F-CEDD-642489E96A49}"/>
                </a:ext>
              </a:extLst>
            </p:cNvPr>
            <p:cNvSpPr/>
            <p:nvPr/>
          </p:nvSpPr>
          <p:spPr>
            <a:xfrm flipH="1">
              <a:off x="5091947" y="783059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EB9C80D-AC41-6565-E8EF-C9954FFF9E3E}"/>
                </a:ext>
              </a:extLst>
            </p:cNvPr>
            <p:cNvSpPr/>
            <p:nvPr/>
          </p:nvSpPr>
          <p:spPr>
            <a:xfrm flipH="1">
              <a:off x="5108111" y="851910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5F09F62E-3B19-27B1-97FC-D180F9494FBC}"/>
                </a:ext>
              </a:extLst>
            </p:cNvPr>
            <p:cNvSpPr/>
            <p:nvPr/>
          </p:nvSpPr>
          <p:spPr>
            <a:xfrm flipH="1">
              <a:off x="5098009" y="816760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2808539-12C1-F047-C5AE-D3F3CB4B69E1}"/>
                </a:ext>
              </a:extLst>
            </p:cNvPr>
            <p:cNvSpPr/>
            <p:nvPr/>
          </p:nvSpPr>
          <p:spPr>
            <a:xfrm flipH="1">
              <a:off x="5164684" y="801968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B334074-3714-4D81-6426-41BDCDF943D3}"/>
                </a:ext>
              </a:extLst>
            </p:cNvPr>
            <p:cNvSpPr/>
            <p:nvPr/>
          </p:nvSpPr>
          <p:spPr>
            <a:xfrm flipH="1">
              <a:off x="5176807" y="874706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9862163-A304-73A2-602A-97CFF996B2AC}"/>
                </a:ext>
              </a:extLst>
            </p:cNvPr>
            <p:cNvSpPr/>
            <p:nvPr/>
          </p:nvSpPr>
          <p:spPr>
            <a:xfrm flipH="1">
              <a:off x="5261667" y="803989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D12D8B4-17D4-ECB5-92B0-9FD414C58AAA}"/>
                </a:ext>
              </a:extLst>
            </p:cNvPr>
            <p:cNvSpPr/>
            <p:nvPr/>
          </p:nvSpPr>
          <p:spPr>
            <a:xfrm flipH="1">
              <a:off x="5168725" y="830179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2E970FC-0874-F029-ACB9-B5DCE8F0DA0B}"/>
                </a:ext>
              </a:extLst>
            </p:cNvPr>
            <p:cNvSpPr/>
            <p:nvPr/>
          </p:nvSpPr>
          <p:spPr>
            <a:xfrm flipH="1">
              <a:off x="5225299" y="902993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CC409F32-6166-7871-FACB-509B2CA9F833}"/>
                </a:ext>
              </a:extLst>
            </p:cNvPr>
            <p:cNvSpPr/>
            <p:nvPr/>
          </p:nvSpPr>
          <p:spPr>
            <a:xfrm flipH="1">
              <a:off x="5160643" y="836317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7940E38-1132-6AFE-7D64-C4F6B79F757A}"/>
                </a:ext>
              </a:extLst>
            </p:cNvPr>
            <p:cNvSpPr/>
            <p:nvPr/>
          </p:nvSpPr>
          <p:spPr>
            <a:xfrm flipH="1">
              <a:off x="5098278" y="799948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F7391EA-A9BC-B980-05AF-908DF7F61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6077" y="830179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968BB65-468B-73D7-1E66-E6A9EA1F17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9005" y="866586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7DB669D-6387-79CF-1A8C-A1F4474180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326" y="887875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1CBA94F-D331-8B6A-C334-701066B8AAD7}"/>
                </a:ext>
              </a:extLst>
            </p:cNvPr>
            <p:cNvSpPr/>
            <p:nvPr/>
          </p:nvSpPr>
          <p:spPr>
            <a:xfrm flipH="1">
              <a:off x="5019198" y="796624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127C3F4-ABBF-56B2-0E58-B433087973D1}"/>
              </a:ext>
            </a:extLst>
          </p:cNvPr>
          <p:cNvGrpSpPr/>
          <p:nvPr/>
        </p:nvGrpSpPr>
        <p:grpSpPr>
          <a:xfrm flipH="1">
            <a:off x="4733338" y="5226206"/>
            <a:ext cx="714143" cy="804641"/>
            <a:chOff x="8890000" y="4287338"/>
            <a:chExt cx="1496283" cy="1685895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9AFD513-0D73-2C2D-05EA-B1735475748D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1406617-E5F8-D35B-A14C-8E41AC160574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9C9B89-0726-6D01-88B6-FB1640888935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F73C889A-0E97-8C90-7E66-541AAE4AAB0E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C8AAF5C-D7F3-7A14-FE0C-1838338572F2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469FC24-4112-AC34-A153-E3040D3FA5A7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9102AF0-2233-E837-5D3C-524B6FC3833E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23726C-F960-0026-2827-D0BCD2B20F7F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345227E9-DC73-03C0-3CBA-C496A589364A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1EF02D5-05C7-93BC-47C6-F6CC6A0D26BF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FA4A20A-4B2D-8664-BC13-0BBE06C32C8D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1B8B0F9A-B4BC-1ACC-5C21-E72454571DC1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B18AA9FC-C73D-5D2D-AFE8-15F4E0FAF0F2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A34A9FCB-4B7A-BE88-5062-183187185AF2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EA0105D-FB3E-81A0-8C4F-4CD16C471BD3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9B99BA11-E150-FC25-590C-B82EBCA1453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99481B5-8D7D-9565-7BD3-04FF6DBE4D21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2349388C-E42A-0794-431C-0B4B180D0E54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90E36BE8-2D9B-5770-5A0B-F3BCB7CEEF95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183B2345-E04D-863A-A984-94255B4289A3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DCD18F62-F6CA-570C-63F2-E541449A3A3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C72B273-D924-556E-4CE7-6AB8691EF6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DC45E609-79B5-30BC-8499-608341D3D56D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C273594-FCA2-E7A5-231F-7824439A0EE2}"/>
              </a:ext>
            </a:extLst>
          </p:cNvPr>
          <p:cNvGrpSpPr/>
          <p:nvPr/>
        </p:nvGrpSpPr>
        <p:grpSpPr>
          <a:xfrm>
            <a:off x="4741291" y="2280666"/>
            <a:ext cx="714143" cy="804641"/>
            <a:chOff x="4741291" y="2280666"/>
            <a:chExt cx="714143" cy="804641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E6FE44A-9842-65FF-8935-E5F54F110263}"/>
                </a:ext>
              </a:extLst>
            </p:cNvPr>
            <p:cNvSpPr/>
            <p:nvPr/>
          </p:nvSpPr>
          <p:spPr>
            <a:xfrm flipH="1">
              <a:off x="4741291" y="2280666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389DA07-C368-3C58-A603-94CA8231A37A}"/>
                </a:ext>
              </a:extLst>
            </p:cNvPr>
            <p:cNvSpPr/>
            <p:nvPr/>
          </p:nvSpPr>
          <p:spPr>
            <a:xfrm flipH="1">
              <a:off x="4968499" y="2294298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4A339AA-5450-BA85-2087-6EDD4D1510E8}"/>
                </a:ext>
              </a:extLst>
            </p:cNvPr>
            <p:cNvSpPr/>
            <p:nvPr/>
          </p:nvSpPr>
          <p:spPr>
            <a:xfrm flipH="1">
              <a:off x="4986683" y="2462552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72EE24E-87AE-87DB-C775-1D896849F277}"/>
                </a:ext>
              </a:extLst>
            </p:cNvPr>
            <p:cNvSpPr/>
            <p:nvPr/>
          </p:nvSpPr>
          <p:spPr>
            <a:xfrm flipH="1">
              <a:off x="5083666" y="2844344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E7905071-BEE7-F8BB-B25E-F203B0E42114}"/>
                </a:ext>
              </a:extLst>
            </p:cNvPr>
            <p:cNvSpPr/>
            <p:nvPr/>
          </p:nvSpPr>
          <p:spPr>
            <a:xfrm flipH="1">
              <a:off x="4850032" y="2333539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41745A2-B18E-8ED6-50E1-A7866E06BED0}"/>
                </a:ext>
              </a:extLst>
            </p:cNvPr>
            <p:cNvSpPr/>
            <p:nvPr/>
          </p:nvSpPr>
          <p:spPr>
            <a:xfrm flipH="1">
              <a:off x="4763373" y="2569106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F34B143-2EFF-9FD8-DF00-373EA538DFC2}"/>
                </a:ext>
              </a:extLst>
            </p:cNvPr>
            <p:cNvSpPr/>
            <p:nvPr/>
          </p:nvSpPr>
          <p:spPr>
            <a:xfrm flipH="1">
              <a:off x="4833051" y="2915339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1C4256E-5FDA-7FA7-289B-FEAA9A292D03}"/>
                </a:ext>
              </a:extLst>
            </p:cNvPr>
            <p:cNvSpPr/>
            <p:nvPr/>
          </p:nvSpPr>
          <p:spPr>
            <a:xfrm flipH="1">
              <a:off x="5120035" y="2984283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C051C36-62F0-6D44-84E0-47FF6B280CBB}"/>
                </a:ext>
              </a:extLst>
            </p:cNvPr>
            <p:cNvSpPr/>
            <p:nvPr/>
          </p:nvSpPr>
          <p:spPr>
            <a:xfrm flipH="1">
              <a:off x="5118014" y="2980242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D130A354-099D-B6C3-E754-F971D0CCCEB1}"/>
                </a:ext>
              </a:extLst>
            </p:cNvPr>
            <p:cNvSpPr/>
            <p:nvPr/>
          </p:nvSpPr>
          <p:spPr>
            <a:xfrm flipH="1">
              <a:off x="5134178" y="2290534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7AE42AD-0465-9D24-1E70-410EDF3B8769}"/>
                </a:ext>
              </a:extLst>
            </p:cNvPr>
            <p:cNvSpPr/>
            <p:nvPr/>
          </p:nvSpPr>
          <p:spPr>
            <a:xfrm flipH="1">
              <a:off x="5150342" y="2359385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5C21F1E-98CC-6FFB-0862-E332E493FFE7}"/>
                </a:ext>
              </a:extLst>
            </p:cNvPr>
            <p:cNvSpPr/>
            <p:nvPr/>
          </p:nvSpPr>
          <p:spPr>
            <a:xfrm flipH="1">
              <a:off x="5140240" y="2324235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391D437-274A-1EC7-7AC8-62BE8BEA84AB}"/>
                </a:ext>
              </a:extLst>
            </p:cNvPr>
            <p:cNvSpPr/>
            <p:nvPr/>
          </p:nvSpPr>
          <p:spPr>
            <a:xfrm flipH="1">
              <a:off x="5206915" y="2309443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191B787-3CB7-7DAF-9F13-353790AC739B}"/>
                </a:ext>
              </a:extLst>
            </p:cNvPr>
            <p:cNvSpPr/>
            <p:nvPr/>
          </p:nvSpPr>
          <p:spPr>
            <a:xfrm flipH="1">
              <a:off x="5219038" y="2382181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B98EAD8-D94C-0D3E-14A1-C673B2C0A1B3}"/>
                </a:ext>
              </a:extLst>
            </p:cNvPr>
            <p:cNvSpPr/>
            <p:nvPr/>
          </p:nvSpPr>
          <p:spPr>
            <a:xfrm flipH="1">
              <a:off x="5303898" y="2311464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2F46357-4787-14E3-6B6A-DA0F971257D6}"/>
                </a:ext>
              </a:extLst>
            </p:cNvPr>
            <p:cNvSpPr/>
            <p:nvPr/>
          </p:nvSpPr>
          <p:spPr>
            <a:xfrm flipH="1">
              <a:off x="5210956" y="2337654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F11C6F7-E934-8D34-68AB-784629E3C756}"/>
                </a:ext>
              </a:extLst>
            </p:cNvPr>
            <p:cNvSpPr/>
            <p:nvPr/>
          </p:nvSpPr>
          <p:spPr>
            <a:xfrm flipH="1">
              <a:off x="5267530" y="2410468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036915A-9A79-1FA1-A047-146A4049A558}"/>
                </a:ext>
              </a:extLst>
            </p:cNvPr>
            <p:cNvSpPr/>
            <p:nvPr/>
          </p:nvSpPr>
          <p:spPr>
            <a:xfrm flipH="1">
              <a:off x="5202874" y="2343792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89A40DE-E683-58CD-FCF4-914EF5AB899D}"/>
                </a:ext>
              </a:extLst>
            </p:cNvPr>
            <p:cNvSpPr/>
            <p:nvPr/>
          </p:nvSpPr>
          <p:spPr>
            <a:xfrm flipH="1">
              <a:off x="5140509" y="2307423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FAB71A8-263D-4100-B080-F3DC282C16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8308" y="2337654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A04370A-5CE1-F9D2-FD35-375575FE4A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1236" y="2374061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2DBCA-D84E-735D-7457-82DE8B738D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03557" y="2395350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D683FAE-E47C-7F85-A125-E51D52C75E19}"/>
                </a:ext>
              </a:extLst>
            </p:cNvPr>
            <p:cNvSpPr/>
            <p:nvPr/>
          </p:nvSpPr>
          <p:spPr>
            <a:xfrm flipH="1">
              <a:off x="5061429" y="2304099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0B961B8-2365-14E3-35BE-6177A6B01D38}"/>
              </a:ext>
            </a:extLst>
          </p:cNvPr>
          <p:cNvGrpSpPr/>
          <p:nvPr/>
        </p:nvGrpSpPr>
        <p:grpSpPr>
          <a:xfrm flipH="1">
            <a:off x="4763325" y="3834044"/>
            <a:ext cx="714143" cy="804641"/>
            <a:chOff x="8890000" y="4287338"/>
            <a:chExt cx="1496283" cy="1685895"/>
          </a:xfrm>
        </p:grpSpPr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1E001A9B-5B3A-D931-382C-10B389DD4DA1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9ABB30F7-0686-C75E-2ED2-619EC200DFCD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D8CEA5B5-A558-6A61-A00C-55CD54BE1514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90262E91-2B93-A41D-D545-48B442F14FBC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231D566F-E047-E03B-E4D0-9DA0BE9CC5D9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4C31E3A2-5888-9CD7-38DF-CEF0DE8FA437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1D4B4D7A-E2D1-84DF-2A5C-BB45B5FDE9A9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2CA3F058-7F26-C7AD-625B-8844C0352916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539E4949-0308-B606-E087-CB83976A5AA3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8E292F5B-7FBD-3D06-A784-B422C48890A5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A6337008-0C7F-3FD9-FAB6-F960904474DC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F4D0F6A9-ACD4-65EC-5990-4EEE4C583919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579C78A-AB08-BB3B-8CC1-CFA16C7FC154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B55216DF-88A3-B093-4ECD-52467AB96FC5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B478DD04-7F8C-5B30-C4D0-F405B18E775B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EE33871A-4D48-E49E-C0F3-84D3415E7D3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531AC53C-C586-2820-7425-5B90B7DD3B19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52F70EE1-2790-0602-3E55-29E42BE9653D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28B097A5-75AB-9901-80AC-523BDDED329B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E824B0A7-3565-7C40-D635-9E791A87A99E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Straight Connector 1058">
              <a:extLst>
                <a:ext uri="{FF2B5EF4-FFF2-40B4-BE49-F238E27FC236}">
                  <a16:creationId xmlns:a16="http://schemas.microsoft.com/office/drawing/2014/main" id="{0E157375-CAFF-4431-9194-B73984B5C335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Connector 1059">
              <a:extLst>
                <a:ext uri="{FF2B5EF4-FFF2-40B4-BE49-F238E27FC236}">
                  <a16:creationId xmlns:a16="http://schemas.microsoft.com/office/drawing/2014/main" id="{41F0BDCC-46CE-4FA1-816A-D8B67FCA62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826A5DD0-48F3-5C84-ADB7-4AFE78844CC5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063" name="Group 1062">
            <a:extLst>
              <a:ext uri="{FF2B5EF4-FFF2-40B4-BE49-F238E27FC236}">
                <a16:creationId xmlns:a16="http://schemas.microsoft.com/office/drawing/2014/main" id="{9525864C-A294-4F81-C102-1E7556280E18}"/>
              </a:ext>
            </a:extLst>
          </p:cNvPr>
          <p:cNvGrpSpPr/>
          <p:nvPr/>
        </p:nvGrpSpPr>
        <p:grpSpPr>
          <a:xfrm>
            <a:off x="7340561" y="2083516"/>
            <a:ext cx="1713206" cy="1141200"/>
            <a:chOff x="7326091" y="557012"/>
            <a:chExt cx="1713206" cy="1141200"/>
          </a:xfrm>
        </p:grpSpPr>
        <p:pic>
          <p:nvPicPr>
            <p:cNvPr id="1064" name="Picture 1063">
              <a:extLst>
                <a:ext uri="{FF2B5EF4-FFF2-40B4-BE49-F238E27FC236}">
                  <a16:creationId xmlns:a16="http://schemas.microsoft.com/office/drawing/2014/main" id="{BAF56D5C-0F21-9247-4D3F-7DB27C1E9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1065" name="Picture 1064">
              <a:extLst>
                <a:ext uri="{FF2B5EF4-FFF2-40B4-BE49-F238E27FC236}">
                  <a16:creationId xmlns:a16="http://schemas.microsoft.com/office/drawing/2014/main" id="{6425E17A-425B-A5DD-B1F4-78956BFC6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1066" name="Group 1065">
            <a:extLst>
              <a:ext uri="{FF2B5EF4-FFF2-40B4-BE49-F238E27FC236}">
                <a16:creationId xmlns:a16="http://schemas.microsoft.com/office/drawing/2014/main" id="{CB88AA78-20F6-C376-E12D-78FA7A3D4318}"/>
              </a:ext>
            </a:extLst>
          </p:cNvPr>
          <p:cNvGrpSpPr/>
          <p:nvPr/>
        </p:nvGrpSpPr>
        <p:grpSpPr>
          <a:xfrm>
            <a:off x="7345293" y="3680578"/>
            <a:ext cx="1713206" cy="1141200"/>
            <a:chOff x="7326091" y="557012"/>
            <a:chExt cx="1713206" cy="1141200"/>
          </a:xfrm>
        </p:grpSpPr>
        <p:pic>
          <p:nvPicPr>
            <p:cNvPr id="1067" name="Picture 1066">
              <a:extLst>
                <a:ext uri="{FF2B5EF4-FFF2-40B4-BE49-F238E27FC236}">
                  <a16:creationId xmlns:a16="http://schemas.microsoft.com/office/drawing/2014/main" id="{1E4CE918-E2DB-1AF2-9408-74D1455A4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326091" y="557012"/>
              <a:ext cx="1713206" cy="1141200"/>
            </a:xfrm>
            <a:prstGeom prst="rect">
              <a:avLst/>
            </a:prstGeom>
          </p:spPr>
        </p:pic>
        <p:pic>
          <p:nvPicPr>
            <p:cNvPr id="1068" name="Picture 1067">
              <a:extLst>
                <a:ext uri="{FF2B5EF4-FFF2-40B4-BE49-F238E27FC236}">
                  <a16:creationId xmlns:a16="http://schemas.microsoft.com/office/drawing/2014/main" id="{D9180771-8CA9-4BA8-0299-883D31DCD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7523888" y="766006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CCA94DCD-99E8-11AA-BE03-CA112680D111}"/>
              </a:ext>
            </a:extLst>
          </p:cNvPr>
          <p:cNvGrpSpPr/>
          <p:nvPr/>
        </p:nvGrpSpPr>
        <p:grpSpPr>
          <a:xfrm>
            <a:off x="7345293" y="5137302"/>
            <a:ext cx="1713206" cy="1141200"/>
            <a:chOff x="9231395" y="712609"/>
            <a:chExt cx="1713206" cy="1141200"/>
          </a:xfrm>
        </p:grpSpPr>
        <p:pic>
          <p:nvPicPr>
            <p:cNvPr id="1070" name="Picture 1069">
              <a:extLst>
                <a:ext uri="{FF2B5EF4-FFF2-40B4-BE49-F238E27FC236}">
                  <a16:creationId xmlns:a16="http://schemas.microsoft.com/office/drawing/2014/main" id="{3C7C3A24-7D28-B739-03D6-48BFCAA4D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9231395" y="712609"/>
              <a:ext cx="1713206" cy="1141200"/>
            </a:xfrm>
            <a:prstGeom prst="rect">
              <a:avLst/>
            </a:prstGeom>
          </p:spPr>
        </p:pic>
        <p:pic>
          <p:nvPicPr>
            <p:cNvPr id="1072" name="Picture 1071">
              <a:extLst>
                <a:ext uri="{FF2B5EF4-FFF2-40B4-BE49-F238E27FC236}">
                  <a16:creationId xmlns:a16="http://schemas.microsoft.com/office/drawing/2014/main" id="{5C801E63-B8D1-5AC9-0924-71EE2005D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9429192" y="921603"/>
              <a:ext cx="1169876" cy="779917"/>
            </a:xfrm>
            <a:prstGeom prst="rect">
              <a:avLst/>
            </a:prstGeom>
            <a:effectLst>
              <a:outerShdw blurRad="419100" dist="355600" dir="5400000" algn="ctr" rotWithShape="0">
                <a:srgbClr val="000000">
                  <a:alpha val="26000"/>
                </a:srgbClr>
              </a:outerShdw>
            </a:effectLst>
          </p:spPr>
        </p:pic>
      </p:grpSp>
      <p:pic>
        <p:nvPicPr>
          <p:cNvPr id="1078" name="Picture 1077">
            <a:extLst>
              <a:ext uri="{FF2B5EF4-FFF2-40B4-BE49-F238E27FC236}">
                <a16:creationId xmlns:a16="http://schemas.microsoft.com/office/drawing/2014/main" id="{30920D7F-0344-35FF-F0E3-44C2A0A2D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192" y="5899538"/>
            <a:ext cx="256199" cy="256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BFD6B-D94A-E7C2-9714-A3DAAD0A0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Rectangle 1120">
            <a:extLst>
              <a:ext uri="{FF2B5EF4-FFF2-40B4-BE49-F238E27FC236}">
                <a16:creationId xmlns:a16="http://schemas.microsoft.com/office/drawing/2014/main" id="{6A623CA3-47C3-FF37-E04B-AF54A8707BB7}"/>
              </a:ext>
            </a:extLst>
          </p:cNvPr>
          <p:cNvSpPr/>
          <p:nvPr/>
        </p:nvSpPr>
        <p:spPr>
          <a:xfrm>
            <a:off x="1383900" y="1952206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7BECFCCA-5768-2F10-EC57-461532F4C92A}"/>
              </a:ext>
            </a:extLst>
          </p:cNvPr>
          <p:cNvSpPr/>
          <p:nvPr/>
        </p:nvSpPr>
        <p:spPr>
          <a:xfrm>
            <a:off x="1383901" y="3470468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816E3570-68AF-5D9F-FF95-4480B19FD5B4}"/>
              </a:ext>
            </a:extLst>
          </p:cNvPr>
          <p:cNvSpPr/>
          <p:nvPr/>
        </p:nvSpPr>
        <p:spPr>
          <a:xfrm>
            <a:off x="1383900" y="4955307"/>
            <a:ext cx="9482566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7D344F1D-E6E9-C813-4C2C-8559689FCE25}"/>
              </a:ext>
            </a:extLst>
          </p:cNvPr>
          <p:cNvSpPr/>
          <p:nvPr/>
        </p:nvSpPr>
        <p:spPr>
          <a:xfrm>
            <a:off x="1383900" y="469705"/>
            <a:ext cx="9482567" cy="14329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6" name="Picture 1075">
            <a:extLst>
              <a:ext uri="{FF2B5EF4-FFF2-40B4-BE49-F238E27FC236}">
                <a16:creationId xmlns:a16="http://schemas.microsoft.com/office/drawing/2014/main" id="{CEF50965-9C72-4BF9-D34F-E4DACD75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136" y="6505690"/>
            <a:ext cx="256199" cy="256199"/>
          </a:xfrm>
          <a:prstGeom prst="rect">
            <a:avLst/>
          </a:prstGeom>
        </p:spPr>
      </p:pic>
      <p:sp>
        <p:nvSpPr>
          <p:cNvPr id="1077" name="Right Arrow 1076">
            <a:extLst>
              <a:ext uri="{FF2B5EF4-FFF2-40B4-BE49-F238E27FC236}">
                <a16:creationId xmlns:a16="http://schemas.microsoft.com/office/drawing/2014/main" id="{26012ADC-D13A-1C75-3A21-FB8F7F0309A5}"/>
              </a:ext>
            </a:extLst>
          </p:cNvPr>
          <p:cNvSpPr/>
          <p:nvPr/>
        </p:nvSpPr>
        <p:spPr>
          <a:xfrm>
            <a:off x="5549369" y="4262103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1" name="Right Arrow 1080">
            <a:extLst>
              <a:ext uri="{FF2B5EF4-FFF2-40B4-BE49-F238E27FC236}">
                <a16:creationId xmlns:a16="http://schemas.microsoft.com/office/drawing/2014/main" id="{57A24584-DEC2-F12C-A059-A8B533E7BB08}"/>
              </a:ext>
            </a:extLst>
          </p:cNvPr>
          <p:cNvSpPr/>
          <p:nvPr/>
        </p:nvSpPr>
        <p:spPr>
          <a:xfrm>
            <a:off x="5568570" y="5579296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1" name="Right Arrow 1090">
            <a:extLst>
              <a:ext uri="{FF2B5EF4-FFF2-40B4-BE49-F238E27FC236}">
                <a16:creationId xmlns:a16="http://schemas.microsoft.com/office/drawing/2014/main" id="{47F1D228-C9D0-8CC4-8005-DC6930E47844}"/>
              </a:ext>
            </a:extLst>
          </p:cNvPr>
          <p:cNvSpPr/>
          <p:nvPr/>
        </p:nvSpPr>
        <p:spPr>
          <a:xfrm>
            <a:off x="5522432" y="2568701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8" name="Right Arrow 1097">
            <a:extLst>
              <a:ext uri="{FF2B5EF4-FFF2-40B4-BE49-F238E27FC236}">
                <a16:creationId xmlns:a16="http://schemas.microsoft.com/office/drawing/2014/main" id="{5C301259-E6EC-233E-4CF5-F851B8DD9C09}"/>
              </a:ext>
            </a:extLst>
          </p:cNvPr>
          <p:cNvSpPr/>
          <p:nvPr/>
        </p:nvSpPr>
        <p:spPr>
          <a:xfrm>
            <a:off x="5585550" y="1094845"/>
            <a:ext cx="1776723" cy="12860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ECB3DE01-7F4C-A0AD-B1D2-8A06197068C2}"/>
              </a:ext>
            </a:extLst>
          </p:cNvPr>
          <p:cNvSpPr txBox="1"/>
          <p:nvPr/>
        </p:nvSpPr>
        <p:spPr>
          <a:xfrm>
            <a:off x="1803051" y="761619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 toxic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87D6D6C4-DFDB-7AED-4C04-4B3F3021A341}"/>
              </a:ext>
            </a:extLst>
          </p:cNvPr>
          <p:cNvSpPr txBox="1"/>
          <p:nvPr/>
        </p:nvSpPr>
        <p:spPr>
          <a:xfrm>
            <a:off x="1628230" y="1155168"/>
            <a:ext cx="237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Microcystis aeruginosa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1C46894C-B6F9-5A9B-0FD8-E25E4ED986AB}"/>
              </a:ext>
            </a:extLst>
          </p:cNvPr>
          <p:cNvSpPr txBox="1"/>
          <p:nvPr/>
        </p:nvSpPr>
        <p:spPr>
          <a:xfrm>
            <a:off x="1803051" y="22155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Low-quality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F1B594C8-D750-922D-F4C0-8723DF10DEB5}"/>
              </a:ext>
            </a:extLst>
          </p:cNvPr>
          <p:cNvSpPr txBox="1"/>
          <p:nvPr/>
        </p:nvSpPr>
        <p:spPr>
          <a:xfrm>
            <a:off x="1497724" y="2609146"/>
            <a:ext cx="2633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Synechococcus elongatus</a:t>
            </a:r>
          </a:p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50% Tetradesmus obliquus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91A3E42F-1AD0-6E34-7169-6AA8D7EB3DEA}"/>
              </a:ext>
            </a:extLst>
          </p:cNvPr>
          <p:cNvSpPr txBox="1"/>
          <p:nvPr/>
        </p:nvSpPr>
        <p:spPr>
          <a:xfrm>
            <a:off x="1803051" y="3807697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18" name="TextBox 1117">
            <a:extLst>
              <a:ext uri="{FF2B5EF4-FFF2-40B4-BE49-F238E27FC236}">
                <a16:creationId xmlns:a16="http://schemas.microsoft.com/office/drawing/2014/main" id="{343F14A6-3316-66C1-05EB-CD65F7CADD66}"/>
              </a:ext>
            </a:extLst>
          </p:cNvPr>
          <p:cNvSpPr txBox="1"/>
          <p:nvPr/>
        </p:nvSpPr>
        <p:spPr>
          <a:xfrm>
            <a:off x="1325533" y="4201246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19" name="TextBox 1118">
            <a:extLst>
              <a:ext uri="{FF2B5EF4-FFF2-40B4-BE49-F238E27FC236}">
                <a16:creationId xmlns:a16="http://schemas.microsoft.com/office/drawing/2014/main" id="{57DE37D7-B46D-E7BC-EE1C-E4AFED27CCE6}"/>
              </a:ext>
            </a:extLst>
          </p:cNvPr>
          <p:cNvSpPr txBox="1"/>
          <p:nvPr/>
        </p:nvSpPr>
        <p:spPr>
          <a:xfrm>
            <a:off x="8597335" y="6479902"/>
            <a:ext cx="248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Lysed </a:t>
            </a:r>
            <a:r>
              <a:rPr lang="en-GB" sz="1400" i="1" dirty="0">
                <a:solidFill>
                  <a:schemeClr val="bg2">
                    <a:lumMod val="25000"/>
                  </a:schemeClr>
                </a:solidFill>
              </a:rPr>
              <a:t>Microcystis aeruginosa</a:t>
            </a:r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72DE5878-7261-3535-037F-72815F0CCEA4}"/>
              </a:ext>
            </a:extLst>
          </p:cNvPr>
          <p:cNvSpPr txBox="1"/>
          <p:nvPr/>
        </p:nvSpPr>
        <p:spPr>
          <a:xfrm>
            <a:off x="1886818" y="5239981"/>
            <a:ext cx="2022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High-quality</a:t>
            </a:r>
          </a:p>
        </p:txBody>
      </p:sp>
      <p:sp>
        <p:nvSpPr>
          <p:cNvPr id="1128" name="TextBox 1127">
            <a:extLst>
              <a:ext uri="{FF2B5EF4-FFF2-40B4-BE49-F238E27FC236}">
                <a16:creationId xmlns:a16="http://schemas.microsoft.com/office/drawing/2014/main" id="{3FB7A696-96F5-50C4-7D9A-0422257CD5AF}"/>
              </a:ext>
            </a:extLst>
          </p:cNvPr>
          <p:cNvSpPr txBox="1"/>
          <p:nvPr/>
        </p:nvSpPr>
        <p:spPr>
          <a:xfrm>
            <a:off x="1383900" y="5633530"/>
            <a:ext cx="3028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bg2">
                    <a:lumMod val="25000"/>
                  </a:schemeClr>
                </a:solidFill>
              </a:rPr>
              <a:t>100% Nannochloropsis limnetica</a:t>
            </a:r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EBEE8ADB-6780-265C-D8DE-B4D1014EF8B6}"/>
              </a:ext>
            </a:extLst>
          </p:cNvPr>
          <p:cNvSpPr/>
          <p:nvPr/>
        </p:nvSpPr>
        <p:spPr>
          <a:xfrm>
            <a:off x="1628230" y="599967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9C9B6648-C2F9-6CBE-D448-D93CC92E9D44}"/>
              </a:ext>
            </a:extLst>
          </p:cNvPr>
          <p:cNvSpPr/>
          <p:nvPr/>
        </p:nvSpPr>
        <p:spPr>
          <a:xfrm>
            <a:off x="1591836" y="2093538"/>
            <a:ext cx="2546999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EFEF2734-E906-C01B-6197-EE2F03987C23}"/>
              </a:ext>
            </a:extLst>
          </p:cNvPr>
          <p:cNvSpPr/>
          <p:nvPr/>
        </p:nvSpPr>
        <p:spPr>
          <a:xfrm>
            <a:off x="1536637" y="3620473"/>
            <a:ext cx="2711168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AAC3EB81-AEB4-F3BA-6D87-005EF84A5A91}"/>
              </a:ext>
            </a:extLst>
          </p:cNvPr>
          <p:cNvSpPr/>
          <p:nvPr/>
        </p:nvSpPr>
        <p:spPr>
          <a:xfrm>
            <a:off x="1590738" y="5062906"/>
            <a:ext cx="2657067" cy="11615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5" name="Picture 1074">
            <a:extLst>
              <a:ext uri="{FF2B5EF4-FFF2-40B4-BE49-F238E27FC236}">
                <a16:creationId xmlns:a16="http://schemas.microsoft.com/office/drawing/2014/main" id="{088D764A-6445-49BF-2F43-873ADC283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326091" y="557012"/>
            <a:ext cx="1713206" cy="1141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291F414-00F6-8027-7893-FD477E40FA43}"/>
              </a:ext>
            </a:extLst>
          </p:cNvPr>
          <p:cNvGrpSpPr/>
          <p:nvPr/>
        </p:nvGrpSpPr>
        <p:grpSpPr>
          <a:xfrm>
            <a:off x="4699060" y="773191"/>
            <a:ext cx="714143" cy="804641"/>
            <a:chOff x="4699060" y="773191"/>
            <a:chExt cx="714143" cy="804641"/>
          </a:xfrm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D6AD96A-57BF-6A35-D5B1-1C0BA1D39022}"/>
                </a:ext>
              </a:extLst>
            </p:cNvPr>
            <p:cNvSpPr/>
            <p:nvPr/>
          </p:nvSpPr>
          <p:spPr>
            <a:xfrm flipH="1">
              <a:off x="4699060" y="773191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6FA48802-D734-2B84-4FA1-72427F6960D6}"/>
                </a:ext>
              </a:extLst>
            </p:cNvPr>
            <p:cNvSpPr/>
            <p:nvPr/>
          </p:nvSpPr>
          <p:spPr>
            <a:xfrm flipH="1">
              <a:off x="4926268" y="786823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9B1B07C-26BD-979D-1FB8-75E6B1DEDF0A}"/>
                </a:ext>
              </a:extLst>
            </p:cNvPr>
            <p:cNvSpPr/>
            <p:nvPr/>
          </p:nvSpPr>
          <p:spPr>
            <a:xfrm flipH="1">
              <a:off x="4944452" y="955077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B2A3BCA0-DD55-BFA3-A47A-1D03A7BEEE66}"/>
                </a:ext>
              </a:extLst>
            </p:cNvPr>
            <p:cNvSpPr/>
            <p:nvPr/>
          </p:nvSpPr>
          <p:spPr>
            <a:xfrm flipH="1">
              <a:off x="5041435" y="1336869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19226BA2-01C5-A241-0E15-FA08F11DD754}"/>
                </a:ext>
              </a:extLst>
            </p:cNvPr>
            <p:cNvSpPr/>
            <p:nvPr/>
          </p:nvSpPr>
          <p:spPr>
            <a:xfrm flipH="1">
              <a:off x="4807801" y="826064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3DC0F28B-B785-FED9-1F61-9691913AB6E1}"/>
                </a:ext>
              </a:extLst>
            </p:cNvPr>
            <p:cNvSpPr/>
            <p:nvPr/>
          </p:nvSpPr>
          <p:spPr>
            <a:xfrm flipH="1">
              <a:off x="4721142" y="1061631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AD1D174-5326-CF4B-724D-1A3954F10C47}"/>
                </a:ext>
              </a:extLst>
            </p:cNvPr>
            <p:cNvSpPr/>
            <p:nvPr/>
          </p:nvSpPr>
          <p:spPr>
            <a:xfrm flipH="1">
              <a:off x="4790820" y="1407864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A64E3FDC-85EB-1A4E-C690-9CFF6CADC5DC}"/>
                </a:ext>
              </a:extLst>
            </p:cNvPr>
            <p:cNvSpPr/>
            <p:nvPr/>
          </p:nvSpPr>
          <p:spPr>
            <a:xfrm flipH="1">
              <a:off x="5077804" y="1476808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986CA1CA-6912-57E3-DD08-8F877AB4730D}"/>
                </a:ext>
              </a:extLst>
            </p:cNvPr>
            <p:cNvSpPr/>
            <p:nvPr/>
          </p:nvSpPr>
          <p:spPr>
            <a:xfrm flipH="1">
              <a:off x="5075783" y="1472767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5A3812F-C202-9731-CC84-14CBDE267A8D}"/>
                </a:ext>
              </a:extLst>
            </p:cNvPr>
            <p:cNvSpPr/>
            <p:nvPr/>
          </p:nvSpPr>
          <p:spPr>
            <a:xfrm flipH="1">
              <a:off x="5091947" y="783059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BE3349F-BE2A-2265-4B62-074B8D6A6C52}"/>
                </a:ext>
              </a:extLst>
            </p:cNvPr>
            <p:cNvSpPr/>
            <p:nvPr/>
          </p:nvSpPr>
          <p:spPr>
            <a:xfrm flipH="1">
              <a:off x="5108111" y="851910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063915AE-2D28-2E93-301D-5213B8912678}"/>
                </a:ext>
              </a:extLst>
            </p:cNvPr>
            <p:cNvSpPr/>
            <p:nvPr/>
          </p:nvSpPr>
          <p:spPr>
            <a:xfrm flipH="1">
              <a:off x="5098009" y="816760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214A806-D522-445D-9390-AC3165A18ABF}"/>
                </a:ext>
              </a:extLst>
            </p:cNvPr>
            <p:cNvSpPr/>
            <p:nvPr/>
          </p:nvSpPr>
          <p:spPr>
            <a:xfrm flipH="1">
              <a:off x="5164684" y="801968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CD1B6DAA-66B1-1F69-D57B-1879F613B7F8}"/>
                </a:ext>
              </a:extLst>
            </p:cNvPr>
            <p:cNvSpPr/>
            <p:nvPr/>
          </p:nvSpPr>
          <p:spPr>
            <a:xfrm flipH="1">
              <a:off x="5176807" y="874706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5C934477-1EED-A5B3-D243-5F079F3B0902}"/>
                </a:ext>
              </a:extLst>
            </p:cNvPr>
            <p:cNvSpPr/>
            <p:nvPr/>
          </p:nvSpPr>
          <p:spPr>
            <a:xfrm flipH="1">
              <a:off x="5261667" y="803989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82E866C-EA1E-DD41-73E5-CDCF209AFB79}"/>
                </a:ext>
              </a:extLst>
            </p:cNvPr>
            <p:cNvSpPr/>
            <p:nvPr/>
          </p:nvSpPr>
          <p:spPr>
            <a:xfrm flipH="1">
              <a:off x="5168725" y="830179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CBD8782A-9442-3A06-A0ED-348112B87D80}"/>
                </a:ext>
              </a:extLst>
            </p:cNvPr>
            <p:cNvSpPr/>
            <p:nvPr/>
          </p:nvSpPr>
          <p:spPr>
            <a:xfrm flipH="1">
              <a:off x="5225299" y="902993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33398AFC-4CA8-07C3-B7B4-D7FE714ADD07}"/>
                </a:ext>
              </a:extLst>
            </p:cNvPr>
            <p:cNvSpPr/>
            <p:nvPr/>
          </p:nvSpPr>
          <p:spPr>
            <a:xfrm flipH="1">
              <a:off x="5160643" y="836317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C75C528E-D454-9D20-2B1C-3135F52A08C0}"/>
                </a:ext>
              </a:extLst>
            </p:cNvPr>
            <p:cNvSpPr/>
            <p:nvPr/>
          </p:nvSpPr>
          <p:spPr>
            <a:xfrm flipH="1">
              <a:off x="5098278" y="799948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FFC9F43-C171-6C8E-2954-E10ACD03A8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6077" y="830179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2764337-6951-52FD-930B-F02F1C706A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9005" y="866586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FC24788-530A-9FA7-1CBA-B31A247B4C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326" y="887875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CC97A08-88A5-88A0-5A76-AD268742569C}"/>
                </a:ext>
              </a:extLst>
            </p:cNvPr>
            <p:cNvSpPr/>
            <p:nvPr/>
          </p:nvSpPr>
          <p:spPr>
            <a:xfrm flipH="1">
              <a:off x="5019198" y="796624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30E5FC5-5D83-2FCE-4F19-756C7CAC1B61}"/>
              </a:ext>
            </a:extLst>
          </p:cNvPr>
          <p:cNvGrpSpPr/>
          <p:nvPr/>
        </p:nvGrpSpPr>
        <p:grpSpPr>
          <a:xfrm flipH="1">
            <a:off x="4733338" y="5226206"/>
            <a:ext cx="714143" cy="804641"/>
            <a:chOff x="8890000" y="4287338"/>
            <a:chExt cx="1496283" cy="1685895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F3A6961F-C9F4-FAFA-E5F9-D85D064876B0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88868FE-B340-101D-5E4B-EA3DF9C7FFA3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79A06FD-7594-E998-BD36-DB67253B7069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1C4E457-6799-8867-0643-9A4724632D85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87FA244-3DC5-F432-7592-5D8F628A2B27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5624A5FE-46E9-D242-CBF0-148DE3C7E669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276DD1D-7914-540D-C56B-58134023C7EB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57F61CB-87FA-AFF3-2895-558CABFA6FE6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2FBC1E04-161B-EEE9-B405-9B1511D7778C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D62A935-3A9D-C2CE-0543-235DDA5BBBF8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FFE34D9A-55CB-B7A3-BEA4-CC5AC53AC626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E5299237-FE9C-A9FD-0824-B2D86322E4F4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B82ED0A9-BD9E-D797-5193-962D5847979C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23F8ADB3-9A87-8BE6-7C8C-CFBBC601C6B2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46E6D978-B607-9457-A566-3B3DABBD714F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E65C04F6-AF7B-7737-5724-44AE2117FBF0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CD398B58-093A-5002-3A11-F7FFC6ACAFFF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BA9764F9-090F-B4F7-09FC-980FA9C93923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5FA745DE-5DEC-6687-854E-1FC7A0F62DAE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BD8B41FF-5F58-26E1-B1ED-70B6538586BA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1D3C0915-D1C0-E692-0619-D1270596CFD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1D8F195E-63E7-FEB7-F16F-247A3E196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B94E84BC-CC8F-9679-91D7-5262867B8467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46D1CD26-7F05-1B12-1DFF-25BE8806DE75}"/>
              </a:ext>
            </a:extLst>
          </p:cNvPr>
          <p:cNvGrpSpPr/>
          <p:nvPr/>
        </p:nvGrpSpPr>
        <p:grpSpPr>
          <a:xfrm>
            <a:off x="4741291" y="2280666"/>
            <a:ext cx="714143" cy="804641"/>
            <a:chOff x="4741291" y="2280666"/>
            <a:chExt cx="714143" cy="804641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421F0E74-ECA2-6B20-6ED6-A37C38CDEE15}"/>
                </a:ext>
              </a:extLst>
            </p:cNvPr>
            <p:cNvSpPr/>
            <p:nvPr/>
          </p:nvSpPr>
          <p:spPr>
            <a:xfrm flipH="1">
              <a:off x="4741291" y="2280666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B01E440-AB8F-F6EA-F598-A7F44688ED67}"/>
                </a:ext>
              </a:extLst>
            </p:cNvPr>
            <p:cNvSpPr/>
            <p:nvPr/>
          </p:nvSpPr>
          <p:spPr>
            <a:xfrm flipH="1">
              <a:off x="4968499" y="2294298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306CF771-85AA-CB96-81A5-7D11652C0441}"/>
                </a:ext>
              </a:extLst>
            </p:cNvPr>
            <p:cNvSpPr/>
            <p:nvPr/>
          </p:nvSpPr>
          <p:spPr>
            <a:xfrm flipH="1">
              <a:off x="4986683" y="2462552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397A2D-9132-1741-A588-E5967CA9549D}"/>
                </a:ext>
              </a:extLst>
            </p:cNvPr>
            <p:cNvSpPr/>
            <p:nvPr/>
          </p:nvSpPr>
          <p:spPr>
            <a:xfrm flipH="1">
              <a:off x="5083666" y="2844344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1D9CDFC-BD75-3EE4-66EF-F7634380ECDE}"/>
                </a:ext>
              </a:extLst>
            </p:cNvPr>
            <p:cNvSpPr/>
            <p:nvPr/>
          </p:nvSpPr>
          <p:spPr>
            <a:xfrm flipH="1">
              <a:off x="4850032" y="2333539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8EA2829-1524-9A16-BF52-6EBC87294397}"/>
                </a:ext>
              </a:extLst>
            </p:cNvPr>
            <p:cNvSpPr/>
            <p:nvPr/>
          </p:nvSpPr>
          <p:spPr>
            <a:xfrm flipH="1">
              <a:off x="4763373" y="2569106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ACC7900-16DE-4F81-220C-217582464C88}"/>
                </a:ext>
              </a:extLst>
            </p:cNvPr>
            <p:cNvSpPr/>
            <p:nvPr/>
          </p:nvSpPr>
          <p:spPr>
            <a:xfrm flipH="1">
              <a:off x="4833051" y="2915339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1DFC22E-B820-48B3-5A2A-3B76EF3E3387}"/>
                </a:ext>
              </a:extLst>
            </p:cNvPr>
            <p:cNvSpPr/>
            <p:nvPr/>
          </p:nvSpPr>
          <p:spPr>
            <a:xfrm flipH="1">
              <a:off x="5120035" y="2984283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2750DFB5-2268-B5C2-F278-9A3D6720B3DF}"/>
                </a:ext>
              </a:extLst>
            </p:cNvPr>
            <p:cNvSpPr/>
            <p:nvPr/>
          </p:nvSpPr>
          <p:spPr>
            <a:xfrm flipH="1">
              <a:off x="5118014" y="2980242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B6047D9A-20D7-02B9-78A9-FA99D1B6911C}"/>
                </a:ext>
              </a:extLst>
            </p:cNvPr>
            <p:cNvSpPr/>
            <p:nvPr/>
          </p:nvSpPr>
          <p:spPr>
            <a:xfrm flipH="1">
              <a:off x="5134178" y="2290534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4A8D2C3-58C9-4B68-544B-255EABBC37C5}"/>
                </a:ext>
              </a:extLst>
            </p:cNvPr>
            <p:cNvSpPr/>
            <p:nvPr/>
          </p:nvSpPr>
          <p:spPr>
            <a:xfrm flipH="1">
              <a:off x="5150342" y="2359385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F713B40-15E0-646B-B9C5-B00BFE8D70B8}"/>
                </a:ext>
              </a:extLst>
            </p:cNvPr>
            <p:cNvSpPr/>
            <p:nvPr/>
          </p:nvSpPr>
          <p:spPr>
            <a:xfrm flipH="1">
              <a:off x="5140240" y="2324235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E31FC390-F7E1-F87F-B60F-1A5B3EC417E9}"/>
                </a:ext>
              </a:extLst>
            </p:cNvPr>
            <p:cNvSpPr/>
            <p:nvPr/>
          </p:nvSpPr>
          <p:spPr>
            <a:xfrm flipH="1">
              <a:off x="5206915" y="2309443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038DE99-0DDA-EE2C-68D6-2D867240A9B0}"/>
                </a:ext>
              </a:extLst>
            </p:cNvPr>
            <p:cNvSpPr/>
            <p:nvPr/>
          </p:nvSpPr>
          <p:spPr>
            <a:xfrm flipH="1">
              <a:off x="5219038" y="2382181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15A46E9-8BAD-8589-ACF4-5D223BB1B53F}"/>
                </a:ext>
              </a:extLst>
            </p:cNvPr>
            <p:cNvSpPr/>
            <p:nvPr/>
          </p:nvSpPr>
          <p:spPr>
            <a:xfrm flipH="1">
              <a:off x="5303898" y="2311464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F3772F3-A4F0-3483-F58F-350FB8957A38}"/>
                </a:ext>
              </a:extLst>
            </p:cNvPr>
            <p:cNvSpPr/>
            <p:nvPr/>
          </p:nvSpPr>
          <p:spPr>
            <a:xfrm flipH="1">
              <a:off x="5210956" y="2337654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B25E2B9-3681-8BE7-5C94-E46D8DE79822}"/>
                </a:ext>
              </a:extLst>
            </p:cNvPr>
            <p:cNvSpPr/>
            <p:nvPr/>
          </p:nvSpPr>
          <p:spPr>
            <a:xfrm flipH="1">
              <a:off x="5267530" y="2410468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EE9CDD1-3ED6-C9E1-8E1D-592F0536BA02}"/>
                </a:ext>
              </a:extLst>
            </p:cNvPr>
            <p:cNvSpPr/>
            <p:nvPr/>
          </p:nvSpPr>
          <p:spPr>
            <a:xfrm flipH="1">
              <a:off x="5202874" y="2343792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C7FC57A-2F73-E9FC-5B49-CE28365D97C4}"/>
                </a:ext>
              </a:extLst>
            </p:cNvPr>
            <p:cNvSpPr/>
            <p:nvPr/>
          </p:nvSpPr>
          <p:spPr>
            <a:xfrm flipH="1">
              <a:off x="5140509" y="2307423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D9C3981-B217-716E-6C85-F3C49CE937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8308" y="2337654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B9BDA21-68F4-B2A7-0397-8B644868F1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1236" y="2374061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9E214BE-F00A-8D3C-642A-E1EECA58C0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03557" y="2395350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FAAB0EF-FD07-CD26-304D-7712D77A4E5F}"/>
                </a:ext>
              </a:extLst>
            </p:cNvPr>
            <p:cNvSpPr/>
            <p:nvPr/>
          </p:nvSpPr>
          <p:spPr>
            <a:xfrm flipH="1">
              <a:off x="5061429" y="2304099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6C18B827-DDF2-898D-FB86-36F444B3FA9A}"/>
              </a:ext>
            </a:extLst>
          </p:cNvPr>
          <p:cNvGrpSpPr/>
          <p:nvPr/>
        </p:nvGrpSpPr>
        <p:grpSpPr>
          <a:xfrm flipH="1">
            <a:off x="4763325" y="3834044"/>
            <a:ext cx="714143" cy="804641"/>
            <a:chOff x="8890000" y="4287338"/>
            <a:chExt cx="1496283" cy="1685895"/>
          </a:xfrm>
        </p:grpSpPr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D1F28E22-E6FC-0903-7D8A-60F10021C81D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4BDE639E-92E9-FB45-10F5-A859F66455E2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10421062-0A00-0452-7A32-B332DDB212B2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0B32CC48-BB96-2B92-E28D-A21A7B6DE866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8C22409F-A17B-D9DE-3B20-3182B3DFB5A9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F904F83C-1A70-54D6-D598-1E55C56C1569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7FE66CFC-AFEE-12A5-8F6D-783784E66024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B8C86DA4-AAAE-1600-B35E-3CF8912179DD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A93934C9-5E06-0F72-1CF5-20869794DC47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B4B21D6A-F72A-4162-02FE-A6A31228BB2F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0D280776-7A0D-08EB-0297-5D828B7C2288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C434391B-4F1D-CE4D-ED58-A4ED37783CA2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B701CF9-0A86-CEA1-8E6E-EB8D41641CFD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C44817A2-9CB4-010C-50EA-B536A40C790E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30F67842-614A-C261-08D6-952521488238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BD5B6084-F23F-9D2D-A5CC-82C68A00C333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90190FCE-8C81-B268-03DC-EE9E74F584D9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8BF9947D-1B1B-67B5-7BB6-B1A16E6D9383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A561DD3A-9110-03D8-9ED6-5165F46E17F1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3B9AEBDC-62E0-EC5D-A098-986FF187814D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Straight Connector 1058">
              <a:extLst>
                <a:ext uri="{FF2B5EF4-FFF2-40B4-BE49-F238E27FC236}">
                  <a16:creationId xmlns:a16="http://schemas.microsoft.com/office/drawing/2014/main" id="{C83B2C75-4F3A-3305-CD17-C94E512579A8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Connector 1059">
              <a:extLst>
                <a:ext uri="{FF2B5EF4-FFF2-40B4-BE49-F238E27FC236}">
                  <a16:creationId xmlns:a16="http://schemas.microsoft.com/office/drawing/2014/main" id="{ECD9A8C1-0D3C-061F-92FE-15AE714DCF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39AECD7A-1BCB-0CF6-A397-90A750906A5C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pic>
        <p:nvPicPr>
          <p:cNvPr id="1064" name="Picture 1063">
            <a:extLst>
              <a:ext uri="{FF2B5EF4-FFF2-40B4-BE49-F238E27FC236}">
                <a16:creationId xmlns:a16="http://schemas.microsoft.com/office/drawing/2014/main" id="{F82ECED3-85F8-FD41-8795-234175C52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340561" y="2083516"/>
            <a:ext cx="1713206" cy="1141200"/>
          </a:xfrm>
          <a:prstGeom prst="rect">
            <a:avLst/>
          </a:prstGeom>
        </p:spPr>
      </p:pic>
      <p:pic>
        <p:nvPicPr>
          <p:cNvPr id="1067" name="Picture 1066">
            <a:extLst>
              <a:ext uri="{FF2B5EF4-FFF2-40B4-BE49-F238E27FC236}">
                <a16:creationId xmlns:a16="http://schemas.microsoft.com/office/drawing/2014/main" id="{48085134-5CCA-F55B-A198-2CB8907EE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345293" y="3680578"/>
            <a:ext cx="1713206" cy="1141200"/>
          </a:xfrm>
          <a:prstGeom prst="rect">
            <a:avLst/>
          </a:prstGeom>
        </p:spPr>
      </p:pic>
      <p:pic>
        <p:nvPicPr>
          <p:cNvPr id="1070" name="Picture 1069">
            <a:extLst>
              <a:ext uri="{FF2B5EF4-FFF2-40B4-BE49-F238E27FC236}">
                <a16:creationId xmlns:a16="http://schemas.microsoft.com/office/drawing/2014/main" id="{1C06714B-8035-F644-7DB9-F4504C6AC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345293" y="5137302"/>
            <a:ext cx="1713206" cy="1141200"/>
          </a:xfrm>
          <a:prstGeom prst="rect">
            <a:avLst/>
          </a:prstGeom>
        </p:spPr>
      </p:pic>
      <p:pic>
        <p:nvPicPr>
          <p:cNvPr id="1078" name="Picture 1077">
            <a:extLst>
              <a:ext uri="{FF2B5EF4-FFF2-40B4-BE49-F238E27FC236}">
                <a16:creationId xmlns:a16="http://schemas.microsoft.com/office/drawing/2014/main" id="{F4B10BA1-C5A8-0B44-4CA4-47459E7F0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192" y="5899538"/>
            <a:ext cx="256199" cy="256199"/>
          </a:xfrm>
          <a:prstGeom prst="rect">
            <a:avLst/>
          </a:prstGeom>
        </p:spPr>
      </p:pic>
      <p:pic>
        <p:nvPicPr>
          <p:cNvPr id="1046" name="Picture 1045">
            <a:extLst>
              <a:ext uri="{FF2B5EF4-FFF2-40B4-BE49-F238E27FC236}">
                <a16:creationId xmlns:a16="http://schemas.microsoft.com/office/drawing/2014/main" id="{E4662967-E624-414D-33A5-91D1CD87F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6777" y="852803"/>
            <a:ext cx="1160662" cy="579677"/>
          </a:xfrm>
          <a:prstGeom prst="rect">
            <a:avLst/>
          </a:prstGeom>
        </p:spPr>
      </p:pic>
      <p:pic>
        <p:nvPicPr>
          <p:cNvPr id="1049" name="Picture 1048">
            <a:extLst>
              <a:ext uri="{FF2B5EF4-FFF2-40B4-BE49-F238E27FC236}">
                <a16:creationId xmlns:a16="http://schemas.microsoft.com/office/drawing/2014/main" id="{ACF764F2-6D43-E2F2-9752-8FB6F01F57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2090" y="2407468"/>
            <a:ext cx="1160662" cy="579677"/>
          </a:xfrm>
          <a:prstGeom prst="rect">
            <a:avLst/>
          </a:prstGeom>
        </p:spPr>
      </p:pic>
      <p:pic>
        <p:nvPicPr>
          <p:cNvPr id="1071" name="Picture 1070">
            <a:extLst>
              <a:ext uri="{FF2B5EF4-FFF2-40B4-BE49-F238E27FC236}">
                <a16:creationId xmlns:a16="http://schemas.microsoft.com/office/drawing/2014/main" id="{358F7D6C-5652-F6BE-C325-A5C59C24C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355" y="3974088"/>
            <a:ext cx="1160662" cy="579677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0EB21A46-A8A6-20BE-D6BB-66621F6448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396" y="5361630"/>
            <a:ext cx="1160662" cy="579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979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8618A-EB2B-F1A2-92CA-4413E612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7D92B7-B1C7-411D-7486-633FACE84D3F}"/>
              </a:ext>
            </a:extLst>
          </p:cNvPr>
          <p:cNvSpPr/>
          <p:nvPr/>
        </p:nvSpPr>
        <p:spPr>
          <a:xfrm>
            <a:off x="3512534" y="509188"/>
            <a:ext cx="2026349" cy="55590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C7425C-C537-8B16-EC63-EA2AB21EBFEF}"/>
              </a:ext>
            </a:extLst>
          </p:cNvPr>
          <p:cNvSpPr txBox="1"/>
          <p:nvPr/>
        </p:nvSpPr>
        <p:spPr>
          <a:xfrm>
            <a:off x="3512534" y="512719"/>
            <a:ext cx="20263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Assemble</a:t>
            </a:r>
            <a:endParaRPr lang="en-GB" b="1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E9F6C6DB-3672-1EAD-6072-0BB901B99C3F}"/>
              </a:ext>
            </a:extLst>
          </p:cNvPr>
          <p:cNvSpPr/>
          <p:nvPr/>
        </p:nvSpPr>
        <p:spPr>
          <a:xfrm>
            <a:off x="164992" y="5956683"/>
            <a:ext cx="10935420" cy="37570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75" name="Picture 1074">
            <a:extLst>
              <a:ext uri="{FF2B5EF4-FFF2-40B4-BE49-F238E27FC236}">
                <a16:creationId xmlns:a16="http://schemas.microsoft.com/office/drawing/2014/main" id="{A409BCB5-4AEB-1555-FF2F-3E3FC658B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296" y="3766189"/>
            <a:ext cx="651565" cy="65653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31E5-22CD-E947-E0DF-48A37FA57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137" y="2684496"/>
            <a:ext cx="394479" cy="39447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6F8E84E-47D4-A60A-E8B0-936DCDED8128}"/>
              </a:ext>
            </a:extLst>
          </p:cNvPr>
          <p:cNvCxnSpPr>
            <a:cxnSpLocks/>
          </p:cNvCxnSpPr>
          <p:nvPr/>
        </p:nvCxnSpPr>
        <p:spPr>
          <a:xfrm>
            <a:off x="4030838" y="3117419"/>
            <a:ext cx="197239" cy="501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6F8185-1701-8D5D-1B0D-EF412F425FF0}"/>
              </a:ext>
            </a:extLst>
          </p:cNvPr>
          <p:cNvCxnSpPr>
            <a:cxnSpLocks/>
          </p:cNvCxnSpPr>
          <p:nvPr/>
        </p:nvCxnSpPr>
        <p:spPr>
          <a:xfrm flipH="1">
            <a:off x="4529799" y="3077463"/>
            <a:ext cx="171062" cy="356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CC18033-B276-8FE4-E396-7E27FE58FA98}"/>
              </a:ext>
            </a:extLst>
          </p:cNvPr>
          <p:cNvSpPr txBox="1"/>
          <p:nvPr/>
        </p:nvSpPr>
        <p:spPr>
          <a:xfrm>
            <a:off x="5552944" y="951494"/>
            <a:ext cx="2773729" cy="37106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b="1" i="1" dirty="0"/>
              <a:t>Add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2F6309-27CD-494D-BCF2-66222745C7D8}"/>
              </a:ext>
            </a:extLst>
          </p:cNvPr>
          <p:cNvSpPr txBox="1"/>
          <p:nvPr/>
        </p:nvSpPr>
        <p:spPr>
          <a:xfrm>
            <a:off x="10976412" y="5911410"/>
            <a:ext cx="10695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Time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9838A7-D8FB-7127-83B3-B4763387F259}"/>
              </a:ext>
            </a:extLst>
          </p:cNvPr>
          <p:cNvSpPr txBox="1"/>
          <p:nvPr/>
        </p:nvSpPr>
        <p:spPr>
          <a:xfrm>
            <a:off x="145779" y="484924"/>
            <a:ext cx="336675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Raise Daphnia</a:t>
            </a:r>
          </a:p>
          <a:p>
            <a:pPr algn="ctr"/>
            <a:r>
              <a:rPr lang="en-GB" sz="2000" b="1" dirty="0"/>
              <a:t>on different diets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78EACB-DBA5-B71C-7C47-545126A02E12}"/>
              </a:ext>
            </a:extLst>
          </p:cNvPr>
          <p:cNvSpPr txBox="1"/>
          <p:nvPr/>
        </p:nvSpPr>
        <p:spPr>
          <a:xfrm>
            <a:off x="5538883" y="294553"/>
            <a:ext cx="649143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sz="2000" b="1" dirty="0"/>
              <a:t>Throughout experiment</a:t>
            </a:r>
            <a:endParaRPr lang="en-GB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E0E5C4-CA2F-7C3C-8F24-EA978DD85599}"/>
              </a:ext>
            </a:extLst>
          </p:cNvPr>
          <p:cNvCxnSpPr>
            <a:cxnSpLocks/>
          </p:cNvCxnSpPr>
          <p:nvPr/>
        </p:nvCxnSpPr>
        <p:spPr>
          <a:xfrm>
            <a:off x="4379350" y="2409384"/>
            <a:ext cx="6391" cy="1121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9" name="TextBox 1228">
            <a:extLst>
              <a:ext uri="{FF2B5EF4-FFF2-40B4-BE49-F238E27FC236}">
                <a16:creationId xmlns:a16="http://schemas.microsoft.com/office/drawing/2014/main" id="{5B135547-77D1-F5FA-48C2-CEE496222748}"/>
              </a:ext>
            </a:extLst>
          </p:cNvPr>
          <p:cNvSpPr txBox="1"/>
          <p:nvPr/>
        </p:nvSpPr>
        <p:spPr>
          <a:xfrm>
            <a:off x="8009178" y="964383"/>
            <a:ext cx="4078512" cy="37106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b="1" i="1" dirty="0"/>
              <a:t>Sample </a:t>
            </a:r>
            <a:r>
              <a:rPr lang="en-GB" b="1" i="1" u="sng" dirty="0"/>
              <a:t>emerged Chaoborus</a:t>
            </a:r>
          </a:p>
        </p:txBody>
      </p:sp>
      <p:cxnSp>
        <p:nvCxnSpPr>
          <p:cNvPr id="1231" name="Straight Connector 1230">
            <a:extLst>
              <a:ext uri="{FF2B5EF4-FFF2-40B4-BE49-F238E27FC236}">
                <a16:creationId xmlns:a16="http://schemas.microsoft.com/office/drawing/2014/main" id="{1AE85BC2-D48A-5919-8788-460271D3F6E1}"/>
              </a:ext>
            </a:extLst>
          </p:cNvPr>
          <p:cNvCxnSpPr>
            <a:cxnSpLocks/>
          </p:cNvCxnSpPr>
          <p:nvPr/>
        </p:nvCxnSpPr>
        <p:spPr>
          <a:xfrm>
            <a:off x="8009178" y="963208"/>
            <a:ext cx="0" cy="51050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60" name="Picture 1259">
            <a:extLst>
              <a:ext uri="{FF2B5EF4-FFF2-40B4-BE49-F238E27FC236}">
                <a16:creationId xmlns:a16="http://schemas.microsoft.com/office/drawing/2014/main" id="{461DF2CB-74B9-03B3-0531-BFC32E16B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91" y="2558037"/>
            <a:ext cx="412215" cy="412215"/>
          </a:xfrm>
          <a:prstGeom prst="rect">
            <a:avLst/>
          </a:prstGeom>
        </p:spPr>
      </p:pic>
      <p:pic>
        <p:nvPicPr>
          <p:cNvPr id="1216" name="Picture 1215">
            <a:extLst>
              <a:ext uri="{FF2B5EF4-FFF2-40B4-BE49-F238E27FC236}">
                <a16:creationId xmlns:a16="http://schemas.microsoft.com/office/drawing/2014/main" id="{FFAE2470-BB24-EC8B-2473-B15F7337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209" y="3567311"/>
            <a:ext cx="651565" cy="656530"/>
          </a:xfrm>
          <a:prstGeom prst="rect">
            <a:avLst/>
          </a:prstGeom>
        </p:spPr>
      </p:pic>
      <p:pic>
        <p:nvPicPr>
          <p:cNvPr id="1217" name="Picture 1216">
            <a:extLst>
              <a:ext uri="{FF2B5EF4-FFF2-40B4-BE49-F238E27FC236}">
                <a16:creationId xmlns:a16="http://schemas.microsoft.com/office/drawing/2014/main" id="{ACA985C3-2C55-FD22-0239-7BD0E3FD2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050" y="2521243"/>
            <a:ext cx="394479" cy="394479"/>
          </a:xfrm>
          <a:prstGeom prst="rect">
            <a:avLst/>
          </a:prstGeom>
        </p:spPr>
      </p:pic>
      <p:cxnSp>
        <p:nvCxnSpPr>
          <p:cNvPr id="1218" name="Straight Arrow Connector 1217">
            <a:extLst>
              <a:ext uri="{FF2B5EF4-FFF2-40B4-BE49-F238E27FC236}">
                <a16:creationId xmlns:a16="http://schemas.microsoft.com/office/drawing/2014/main" id="{D3ADF999-1C03-C009-4F04-37D6B21D760C}"/>
              </a:ext>
            </a:extLst>
          </p:cNvPr>
          <p:cNvCxnSpPr>
            <a:cxnSpLocks/>
          </p:cNvCxnSpPr>
          <p:nvPr/>
        </p:nvCxnSpPr>
        <p:spPr>
          <a:xfrm>
            <a:off x="6430751" y="2954166"/>
            <a:ext cx="197239" cy="501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9" name="Straight Arrow Connector 1218">
            <a:extLst>
              <a:ext uri="{FF2B5EF4-FFF2-40B4-BE49-F238E27FC236}">
                <a16:creationId xmlns:a16="http://schemas.microsoft.com/office/drawing/2014/main" id="{A7CA3A55-F0EB-CE76-B972-05705DEC07F3}"/>
              </a:ext>
            </a:extLst>
          </p:cNvPr>
          <p:cNvCxnSpPr>
            <a:cxnSpLocks/>
          </p:cNvCxnSpPr>
          <p:nvPr/>
        </p:nvCxnSpPr>
        <p:spPr>
          <a:xfrm flipH="1">
            <a:off x="6941587" y="3092010"/>
            <a:ext cx="171062" cy="356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3BDB2A3-4654-36E2-65CF-B65DD064E996}"/>
              </a:ext>
            </a:extLst>
          </p:cNvPr>
          <p:cNvGrpSpPr/>
          <p:nvPr/>
        </p:nvGrpSpPr>
        <p:grpSpPr>
          <a:xfrm>
            <a:off x="8742030" y="2670233"/>
            <a:ext cx="1639603" cy="1004128"/>
            <a:chOff x="8721296" y="3066277"/>
            <a:chExt cx="1639603" cy="1004128"/>
          </a:xfrm>
        </p:grpSpPr>
        <p:sp>
          <p:nvSpPr>
            <p:cNvPr id="1283" name="Rectangle 1282">
              <a:extLst>
                <a:ext uri="{FF2B5EF4-FFF2-40B4-BE49-F238E27FC236}">
                  <a16:creationId xmlns:a16="http://schemas.microsoft.com/office/drawing/2014/main" id="{D4AFE605-4CA3-DB37-D3C3-0F75D805B495}"/>
                </a:ext>
              </a:extLst>
            </p:cNvPr>
            <p:cNvSpPr/>
            <p:nvPr/>
          </p:nvSpPr>
          <p:spPr>
            <a:xfrm>
              <a:off x="8721296" y="3066817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pic>
          <p:nvPicPr>
            <p:cNvPr id="1294" name="Picture 1293">
              <a:extLst>
                <a:ext uri="{FF2B5EF4-FFF2-40B4-BE49-F238E27FC236}">
                  <a16:creationId xmlns:a16="http://schemas.microsoft.com/office/drawing/2014/main" id="{24AC9AA2-921B-B41D-2E27-DE05052BD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6200000">
              <a:off x="9202654" y="3326967"/>
              <a:ext cx="743438" cy="743438"/>
            </a:xfrm>
            <a:prstGeom prst="rect">
              <a:avLst/>
            </a:prstGeom>
          </p:spPr>
        </p:pic>
        <p:sp>
          <p:nvSpPr>
            <p:cNvPr id="1295" name="TextBox 1294">
              <a:extLst>
                <a:ext uri="{FF2B5EF4-FFF2-40B4-BE49-F238E27FC236}">
                  <a16:creationId xmlns:a16="http://schemas.microsoft.com/office/drawing/2014/main" id="{1750F91A-2873-A491-3824-AE947F4F379C}"/>
                </a:ext>
              </a:extLst>
            </p:cNvPr>
            <p:cNvSpPr txBox="1"/>
            <p:nvPr/>
          </p:nvSpPr>
          <p:spPr>
            <a:xfrm>
              <a:off x="8730647" y="3066277"/>
              <a:ext cx="163025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Body size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2A33D7-D674-E5A3-538C-B1FA22A0CA12}"/>
              </a:ext>
            </a:extLst>
          </p:cNvPr>
          <p:cNvGrpSpPr/>
          <p:nvPr/>
        </p:nvGrpSpPr>
        <p:grpSpPr>
          <a:xfrm>
            <a:off x="8742030" y="3683809"/>
            <a:ext cx="1630252" cy="981487"/>
            <a:chOff x="8721296" y="4079853"/>
            <a:chExt cx="1630252" cy="98148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6938BEE-F6A1-8CC6-6BC4-469DEB6C7589}"/>
                </a:ext>
              </a:extLst>
            </p:cNvPr>
            <p:cNvGrpSpPr/>
            <p:nvPr/>
          </p:nvGrpSpPr>
          <p:grpSpPr>
            <a:xfrm>
              <a:off x="8721296" y="4079853"/>
              <a:ext cx="1630252" cy="981487"/>
              <a:chOff x="8721296" y="4079853"/>
              <a:chExt cx="1630252" cy="981487"/>
            </a:xfrm>
          </p:grpSpPr>
          <p:sp>
            <p:nvSpPr>
              <p:cNvPr id="1284" name="Rectangle 1283">
                <a:extLst>
                  <a:ext uri="{FF2B5EF4-FFF2-40B4-BE49-F238E27FC236}">
                    <a16:creationId xmlns:a16="http://schemas.microsoft.com/office/drawing/2014/main" id="{6A4243D7-76DC-77EA-11D1-34531C166642}"/>
                  </a:ext>
                </a:extLst>
              </p:cNvPr>
              <p:cNvSpPr/>
              <p:nvPr/>
            </p:nvSpPr>
            <p:spPr>
              <a:xfrm>
                <a:off x="8721296" y="4079853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98" name="TextBox 1297">
                <a:extLst>
                  <a:ext uri="{FF2B5EF4-FFF2-40B4-BE49-F238E27FC236}">
                    <a16:creationId xmlns:a16="http://schemas.microsoft.com/office/drawing/2014/main" id="{80ECB29D-DE76-3521-1616-CDC633C80383}"/>
                  </a:ext>
                </a:extLst>
              </p:cNvPr>
              <p:cNvSpPr txBox="1"/>
              <p:nvPr/>
            </p:nvSpPr>
            <p:spPr>
              <a:xfrm>
                <a:off x="8721296" y="4086092"/>
                <a:ext cx="161852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Lipids</a:t>
                </a:r>
              </a:p>
            </p:txBody>
          </p:sp>
        </p:grpSp>
        <p:pic>
          <p:nvPicPr>
            <p:cNvPr id="1300" name="Picture 1299">
              <a:extLst>
                <a:ext uri="{FF2B5EF4-FFF2-40B4-BE49-F238E27FC236}">
                  <a16:creationId xmlns:a16="http://schemas.microsoft.com/office/drawing/2014/main" id="{FD7C27FA-5ABF-5E5D-537A-9B37CA473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48562" y="4590632"/>
              <a:ext cx="363990" cy="36398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563989A-029A-AF14-1C6D-614E5E5AE2EC}"/>
              </a:ext>
            </a:extLst>
          </p:cNvPr>
          <p:cNvGrpSpPr/>
          <p:nvPr/>
        </p:nvGrpSpPr>
        <p:grpSpPr>
          <a:xfrm>
            <a:off x="10419988" y="3677518"/>
            <a:ext cx="1630252" cy="985897"/>
            <a:chOff x="10399254" y="4073562"/>
            <a:chExt cx="1630252" cy="985897"/>
          </a:xfrm>
        </p:grpSpPr>
        <p:sp>
          <p:nvSpPr>
            <p:cNvPr id="1287" name="Rectangle 1286">
              <a:extLst>
                <a:ext uri="{FF2B5EF4-FFF2-40B4-BE49-F238E27FC236}">
                  <a16:creationId xmlns:a16="http://schemas.microsoft.com/office/drawing/2014/main" id="{CEDB9403-3125-FE79-ADE8-2FE90C2E3267}"/>
                </a:ext>
              </a:extLst>
            </p:cNvPr>
            <p:cNvSpPr/>
            <p:nvPr/>
          </p:nvSpPr>
          <p:spPr>
            <a:xfrm>
              <a:off x="10399254" y="4077972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9" name="TextBox 1298">
              <a:extLst>
                <a:ext uri="{FF2B5EF4-FFF2-40B4-BE49-F238E27FC236}">
                  <a16:creationId xmlns:a16="http://schemas.microsoft.com/office/drawing/2014/main" id="{7A688AE5-2086-0063-0770-482FE7CA8F08}"/>
                </a:ext>
              </a:extLst>
            </p:cNvPr>
            <p:cNvSpPr txBox="1"/>
            <p:nvPr/>
          </p:nvSpPr>
          <p:spPr>
            <a:xfrm>
              <a:off x="10405603" y="4073562"/>
              <a:ext cx="161852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Stoichiometry</a:t>
              </a:r>
            </a:p>
          </p:txBody>
        </p:sp>
        <p:grpSp>
          <p:nvGrpSpPr>
            <p:cNvPr id="1301" name="Group 1300">
              <a:extLst>
                <a:ext uri="{FF2B5EF4-FFF2-40B4-BE49-F238E27FC236}">
                  <a16:creationId xmlns:a16="http://schemas.microsoft.com/office/drawing/2014/main" id="{AD6FF7B0-FF97-2FFD-27B6-841DB5859F03}"/>
                </a:ext>
              </a:extLst>
            </p:cNvPr>
            <p:cNvGrpSpPr/>
            <p:nvPr/>
          </p:nvGrpSpPr>
          <p:grpSpPr>
            <a:xfrm>
              <a:off x="10805666" y="4577678"/>
              <a:ext cx="874626" cy="270988"/>
              <a:chOff x="8077677" y="3449183"/>
              <a:chExt cx="989554" cy="292203"/>
            </a:xfrm>
          </p:grpSpPr>
          <p:pic>
            <p:nvPicPr>
              <p:cNvPr id="1302" name="Picture 1301">
                <a:extLst>
                  <a:ext uri="{FF2B5EF4-FFF2-40B4-BE49-F238E27FC236}">
                    <a16:creationId xmlns:a16="http://schemas.microsoft.com/office/drawing/2014/main" id="{A6525A7C-8DCC-D0A4-926E-5C297B6A6F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416699" y="3449185"/>
                <a:ext cx="292201" cy="292201"/>
              </a:xfrm>
              <a:prstGeom prst="rect">
                <a:avLst/>
              </a:prstGeom>
            </p:spPr>
          </p:pic>
          <p:pic>
            <p:nvPicPr>
              <p:cNvPr id="1303" name="Picture 1302">
                <a:extLst>
                  <a:ext uri="{FF2B5EF4-FFF2-40B4-BE49-F238E27FC236}">
                    <a16:creationId xmlns:a16="http://schemas.microsoft.com/office/drawing/2014/main" id="{0BFBE31C-9958-3285-5AF4-DCBE1A621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775030" y="3449183"/>
                <a:ext cx="292201" cy="292201"/>
              </a:xfrm>
              <a:prstGeom prst="rect">
                <a:avLst/>
              </a:prstGeom>
            </p:spPr>
          </p:pic>
          <p:pic>
            <p:nvPicPr>
              <p:cNvPr id="1304" name="Picture 1303">
                <a:extLst>
                  <a:ext uri="{FF2B5EF4-FFF2-40B4-BE49-F238E27FC236}">
                    <a16:creationId xmlns:a16="http://schemas.microsoft.com/office/drawing/2014/main" id="{7EA67B63-8257-AEAA-3DD7-A8F7AE67AD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077677" y="3449184"/>
                <a:ext cx="292202" cy="292202"/>
              </a:xfrm>
              <a:prstGeom prst="rect">
                <a:avLst/>
              </a:prstGeom>
            </p:spPr>
          </p:pic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F845C8-E45A-77FC-626C-ED4EB598B067}"/>
              </a:ext>
            </a:extLst>
          </p:cNvPr>
          <p:cNvGrpSpPr/>
          <p:nvPr/>
        </p:nvGrpSpPr>
        <p:grpSpPr>
          <a:xfrm>
            <a:off x="10419988" y="2668892"/>
            <a:ext cx="1630252" cy="981487"/>
            <a:chOff x="10399254" y="3064936"/>
            <a:chExt cx="1630252" cy="981487"/>
          </a:xfrm>
        </p:grpSpPr>
        <p:sp>
          <p:nvSpPr>
            <p:cNvPr id="1286" name="Rectangle 1285">
              <a:extLst>
                <a:ext uri="{FF2B5EF4-FFF2-40B4-BE49-F238E27FC236}">
                  <a16:creationId xmlns:a16="http://schemas.microsoft.com/office/drawing/2014/main" id="{8FBE6E45-0CBA-A896-5802-96E0DFDAF11E}"/>
                </a:ext>
              </a:extLst>
            </p:cNvPr>
            <p:cNvSpPr/>
            <p:nvPr/>
          </p:nvSpPr>
          <p:spPr>
            <a:xfrm>
              <a:off x="10399254" y="3064936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7" name="TextBox 1296">
              <a:extLst>
                <a:ext uri="{FF2B5EF4-FFF2-40B4-BE49-F238E27FC236}">
                  <a16:creationId xmlns:a16="http://schemas.microsoft.com/office/drawing/2014/main" id="{FF58A6C9-D2E4-FDD2-0C20-D9942F358E72}"/>
                </a:ext>
              </a:extLst>
            </p:cNvPr>
            <p:cNvSpPr txBox="1"/>
            <p:nvPr/>
          </p:nvSpPr>
          <p:spPr>
            <a:xfrm>
              <a:off x="10405118" y="3065716"/>
              <a:ext cx="1618522" cy="4725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Toxicity</a:t>
              </a:r>
            </a:p>
          </p:txBody>
        </p:sp>
        <p:pic>
          <p:nvPicPr>
            <p:cNvPr id="1306" name="Picture 1305">
              <a:extLst>
                <a:ext uri="{FF2B5EF4-FFF2-40B4-BE49-F238E27FC236}">
                  <a16:creationId xmlns:a16="http://schemas.microsoft.com/office/drawing/2014/main" id="{931F0017-3822-4BAE-C3A2-F2C6387A3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70522" y="3539446"/>
              <a:ext cx="348511" cy="348511"/>
            </a:xfrm>
            <a:prstGeom prst="rect">
              <a:avLst/>
            </a:prstGeom>
          </p:spPr>
        </p:pic>
      </p:grpSp>
      <p:sp>
        <p:nvSpPr>
          <p:cNvPr id="1307" name="TextBox 1306">
            <a:extLst>
              <a:ext uri="{FF2B5EF4-FFF2-40B4-BE49-F238E27FC236}">
                <a16:creationId xmlns:a16="http://schemas.microsoft.com/office/drawing/2014/main" id="{2FD1F920-7B43-E906-E74B-3D0A1DE43909}"/>
              </a:ext>
            </a:extLst>
          </p:cNvPr>
          <p:cNvSpPr txBox="1"/>
          <p:nvPr/>
        </p:nvSpPr>
        <p:spPr>
          <a:xfrm rot="16200000">
            <a:off x="7523979" y="3466098"/>
            <a:ext cx="199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Quality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3270A60-4926-2927-E5D7-A820407EACBC}"/>
              </a:ext>
            </a:extLst>
          </p:cNvPr>
          <p:cNvGrpSpPr/>
          <p:nvPr/>
        </p:nvGrpSpPr>
        <p:grpSpPr>
          <a:xfrm>
            <a:off x="9190051" y="4789949"/>
            <a:ext cx="2127445" cy="984294"/>
            <a:chOff x="9169317" y="5185993"/>
            <a:chExt cx="2127445" cy="984294"/>
          </a:xfrm>
        </p:grpSpPr>
        <p:sp>
          <p:nvSpPr>
            <p:cNvPr id="1285" name="Rectangle 1284">
              <a:extLst>
                <a:ext uri="{FF2B5EF4-FFF2-40B4-BE49-F238E27FC236}">
                  <a16:creationId xmlns:a16="http://schemas.microsoft.com/office/drawing/2014/main" id="{A356B8E3-5C11-C246-C617-E125D20E8220}"/>
                </a:ext>
              </a:extLst>
            </p:cNvPr>
            <p:cNvSpPr/>
            <p:nvPr/>
          </p:nvSpPr>
          <p:spPr>
            <a:xfrm>
              <a:off x="9611854" y="5188800"/>
              <a:ext cx="1630252" cy="98148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296" name="TextBox 1295">
              <a:extLst>
                <a:ext uri="{FF2B5EF4-FFF2-40B4-BE49-F238E27FC236}">
                  <a16:creationId xmlns:a16="http://schemas.microsoft.com/office/drawing/2014/main" id="{E98DF2C5-FAEF-88A2-E984-8DA35E68D513}"/>
                </a:ext>
              </a:extLst>
            </p:cNvPr>
            <p:cNvSpPr txBox="1"/>
            <p:nvPr/>
          </p:nvSpPr>
          <p:spPr>
            <a:xfrm>
              <a:off x="9548617" y="5185994"/>
              <a:ext cx="1748145" cy="46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dirty="0"/>
                <a:t>Time to emerge</a:t>
              </a:r>
            </a:p>
          </p:txBody>
        </p:sp>
        <p:pic>
          <p:nvPicPr>
            <p:cNvPr id="1305" name="Picture 1304">
              <a:extLst>
                <a:ext uri="{FF2B5EF4-FFF2-40B4-BE49-F238E27FC236}">
                  <a16:creationId xmlns:a16="http://schemas.microsoft.com/office/drawing/2014/main" id="{FF34CC9F-CC75-6B0B-EF2B-9DD2C199B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209079" y="5636308"/>
              <a:ext cx="496598" cy="496598"/>
            </a:xfrm>
            <a:prstGeom prst="rect">
              <a:avLst/>
            </a:prstGeom>
          </p:spPr>
        </p:pic>
        <p:sp>
          <p:nvSpPr>
            <p:cNvPr id="1308" name="TextBox 1307">
              <a:extLst>
                <a:ext uri="{FF2B5EF4-FFF2-40B4-BE49-F238E27FC236}">
                  <a16:creationId xmlns:a16="http://schemas.microsoft.com/office/drawing/2014/main" id="{21603A63-7F15-F172-FA8E-8B0D3604A0BB}"/>
                </a:ext>
              </a:extLst>
            </p:cNvPr>
            <p:cNvSpPr txBox="1"/>
            <p:nvPr/>
          </p:nvSpPr>
          <p:spPr>
            <a:xfrm rot="16200000">
              <a:off x="8878628" y="5476682"/>
              <a:ext cx="9814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/>
                <a:t>Timing</a:t>
              </a:r>
            </a:p>
          </p:txBody>
        </p:sp>
      </p:grp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45F669BD-0B11-B036-6C17-12D696B1F868}"/>
              </a:ext>
            </a:extLst>
          </p:cNvPr>
          <p:cNvSpPr/>
          <p:nvPr/>
        </p:nvSpPr>
        <p:spPr>
          <a:xfrm>
            <a:off x="9632589" y="1380717"/>
            <a:ext cx="1630252" cy="116905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9AA2043B-F1A0-A1A7-5F38-18B8CB2C2DE1}"/>
              </a:ext>
            </a:extLst>
          </p:cNvPr>
          <p:cNvSpPr txBox="1"/>
          <p:nvPr/>
        </p:nvSpPr>
        <p:spPr>
          <a:xfrm>
            <a:off x="9623238" y="1343336"/>
            <a:ext cx="1639602" cy="472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dirty="0"/>
              <a:t>Emerged</a:t>
            </a:r>
          </a:p>
        </p:txBody>
      </p:sp>
      <p:sp>
        <p:nvSpPr>
          <p:cNvPr id="1309" name="TextBox 1308">
            <a:extLst>
              <a:ext uri="{FF2B5EF4-FFF2-40B4-BE49-F238E27FC236}">
                <a16:creationId xmlns:a16="http://schemas.microsoft.com/office/drawing/2014/main" id="{0511748E-B93B-48CB-714A-CD4D78C46800}"/>
              </a:ext>
            </a:extLst>
          </p:cNvPr>
          <p:cNvSpPr txBox="1"/>
          <p:nvPr/>
        </p:nvSpPr>
        <p:spPr>
          <a:xfrm rot="16200000">
            <a:off x="8771692" y="1927315"/>
            <a:ext cx="1236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Quantity</a:t>
            </a:r>
          </a:p>
        </p:txBody>
      </p:sp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9CF0B55B-B61D-3A6E-C90E-8518C6A98806}"/>
              </a:ext>
            </a:extLst>
          </p:cNvPr>
          <p:cNvGrpSpPr/>
          <p:nvPr/>
        </p:nvGrpSpPr>
        <p:grpSpPr>
          <a:xfrm flipH="1">
            <a:off x="1497805" y="4215357"/>
            <a:ext cx="714143" cy="804641"/>
            <a:chOff x="8890000" y="4287338"/>
            <a:chExt cx="1496283" cy="1685895"/>
          </a:xfrm>
        </p:grpSpPr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D9410D89-0560-0A79-B190-B10FD4AFD5E8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65E5828F-E9B0-06A3-D7FA-6CBCA00BEF2A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11BC04C4-DEA7-F884-41A1-584D52A5DDAD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45A347DF-146A-4759-D4FF-64982C88E430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92D0186D-0D3A-BBBB-0C23-07B940F7DECE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A49A8476-7569-67DD-0E73-5573281486F8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11D45370-134C-7E9A-B910-A5179946FE08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213343CB-1948-C297-C5F6-12A5A0A22CF2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11A8E169-25EA-070D-0C93-0CDA854F4E20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4625128E-4771-DE27-5B27-88EA9AC15D02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B709509C-1D0C-92ED-FEFF-B8D82AF3D682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93F43B7C-7EBE-6101-76E3-A705663463FB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763E0877-C847-703E-C550-3577B64D37A6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B795BA0E-F565-8502-952F-7490A21A714B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7B93BE54-7E8B-138F-A261-913B055505DC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CB305AE5-0398-81D7-C5FF-FBACAFFA1CB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C555BB0D-1AD3-B0F4-FC01-CA9352EB35F6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14BA7D71-60F8-32D2-935A-6A8ABB2F1AA5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B9F0312D-147B-2458-BA4C-ABE7E71E2D38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6" name="Straight Connector 1225">
              <a:extLst>
                <a:ext uri="{FF2B5EF4-FFF2-40B4-BE49-F238E27FC236}">
                  <a16:creationId xmlns:a16="http://schemas.microsoft.com/office/drawing/2014/main" id="{C55E65A7-343A-55D5-6CF1-C36D536F487E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7" name="Straight Connector 1226">
              <a:extLst>
                <a:ext uri="{FF2B5EF4-FFF2-40B4-BE49-F238E27FC236}">
                  <a16:creationId xmlns:a16="http://schemas.microsoft.com/office/drawing/2014/main" id="{3B260662-10AC-DB69-27BA-AE6DD826CCB6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8" name="Straight Connector 1227">
              <a:extLst>
                <a:ext uri="{FF2B5EF4-FFF2-40B4-BE49-F238E27FC236}">
                  <a16:creationId xmlns:a16="http://schemas.microsoft.com/office/drawing/2014/main" id="{2F20BF4D-BA18-247F-2E1A-261B28C49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0" name="Oval 1229">
              <a:extLst>
                <a:ext uri="{FF2B5EF4-FFF2-40B4-BE49-F238E27FC236}">
                  <a16:creationId xmlns:a16="http://schemas.microsoft.com/office/drawing/2014/main" id="{2A40DF76-1587-9603-72BA-AD7FF635C2F4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232" name="Group 1231">
            <a:extLst>
              <a:ext uri="{FF2B5EF4-FFF2-40B4-BE49-F238E27FC236}">
                <a16:creationId xmlns:a16="http://schemas.microsoft.com/office/drawing/2014/main" id="{294FDD7A-91F8-BCBD-FEFA-B1A2F664A824}"/>
              </a:ext>
            </a:extLst>
          </p:cNvPr>
          <p:cNvGrpSpPr/>
          <p:nvPr/>
        </p:nvGrpSpPr>
        <p:grpSpPr>
          <a:xfrm>
            <a:off x="1479355" y="2887270"/>
            <a:ext cx="714143" cy="804641"/>
            <a:chOff x="4741291" y="2280666"/>
            <a:chExt cx="714143" cy="804641"/>
          </a:xfrm>
        </p:grpSpPr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4A696277-D344-B2CC-F510-D8BA410B0C02}"/>
                </a:ext>
              </a:extLst>
            </p:cNvPr>
            <p:cNvSpPr/>
            <p:nvPr/>
          </p:nvSpPr>
          <p:spPr>
            <a:xfrm flipH="1">
              <a:off x="4741291" y="2280666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9CC136E3-3475-6300-85D6-3DEF11B7DC35}"/>
                </a:ext>
              </a:extLst>
            </p:cNvPr>
            <p:cNvSpPr/>
            <p:nvPr/>
          </p:nvSpPr>
          <p:spPr>
            <a:xfrm flipH="1">
              <a:off x="4968499" y="2294298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9CAA28A9-1902-2E96-FBC9-0810020BA7C4}"/>
                </a:ext>
              </a:extLst>
            </p:cNvPr>
            <p:cNvSpPr/>
            <p:nvPr/>
          </p:nvSpPr>
          <p:spPr>
            <a:xfrm flipH="1">
              <a:off x="4986683" y="2462552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957B376B-26E9-9730-3E2C-7E6967C03285}"/>
                </a:ext>
              </a:extLst>
            </p:cNvPr>
            <p:cNvSpPr/>
            <p:nvPr/>
          </p:nvSpPr>
          <p:spPr>
            <a:xfrm flipH="1">
              <a:off x="5083666" y="2844344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D914D402-DF8B-DEE3-7CE3-3CC4EFF2B090}"/>
                </a:ext>
              </a:extLst>
            </p:cNvPr>
            <p:cNvSpPr/>
            <p:nvPr/>
          </p:nvSpPr>
          <p:spPr>
            <a:xfrm flipH="1">
              <a:off x="4850032" y="2333539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CEF20DA1-F6A2-5D63-5324-B6D9FC408B2A}"/>
                </a:ext>
              </a:extLst>
            </p:cNvPr>
            <p:cNvSpPr/>
            <p:nvPr/>
          </p:nvSpPr>
          <p:spPr>
            <a:xfrm flipH="1">
              <a:off x="4763373" y="2569106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C4B4E06B-6B3B-E99A-5EB1-DE25C5774138}"/>
                </a:ext>
              </a:extLst>
            </p:cNvPr>
            <p:cNvSpPr/>
            <p:nvPr/>
          </p:nvSpPr>
          <p:spPr>
            <a:xfrm flipH="1">
              <a:off x="4833051" y="2915339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1373081F-86C3-C42D-E766-24A75AB51E71}"/>
                </a:ext>
              </a:extLst>
            </p:cNvPr>
            <p:cNvSpPr/>
            <p:nvPr/>
          </p:nvSpPr>
          <p:spPr>
            <a:xfrm flipH="1">
              <a:off x="5120035" y="2984283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F4FBACDD-A3CB-08BC-0ACF-3D7F0C337C4A}"/>
                </a:ext>
              </a:extLst>
            </p:cNvPr>
            <p:cNvSpPr/>
            <p:nvPr/>
          </p:nvSpPr>
          <p:spPr>
            <a:xfrm flipH="1">
              <a:off x="5118014" y="2980242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50D0A85B-CD67-D92A-9634-BFC73CD5A719}"/>
                </a:ext>
              </a:extLst>
            </p:cNvPr>
            <p:cNvSpPr/>
            <p:nvPr/>
          </p:nvSpPr>
          <p:spPr>
            <a:xfrm flipH="1">
              <a:off x="5134178" y="2290534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70F4981D-5297-747C-2656-0967DE193650}"/>
                </a:ext>
              </a:extLst>
            </p:cNvPr>
            <p:cNvSpPr/>
            <p:nvPr/>
          </p:nvSpPr>
          <p:spPr>
            <a:xfrm flipH="1">
              <a:off x="5150342" y="2359385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C9ADBDF5-D355-AC65-022F-FB45F35B75F3}"/>
                </a:ext>
              </a:extLst>
            </p:cNvPr>
            <p:cNvSpPr/>
            <p:nvPr/>
          </p:nvSpPr>
          <p:spPr>
            <a:xfrm flipH="1">
              <a:off x="5140240" y="2324235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6A71A7D3-D259-0423-600A-406FBAFDF9AE}"/>
                </a:ext>
              </a:extLst>
            </p:cNvPr>
            <p:cNvSpPr/>
            <p:nvPr/>
          </p:nvSpPr>
          <p:spPr>
            <a:xfrm flipH="1">
              <a:off x="5206915" y="2309443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84079883-537E-904F-3D24-91AE2175BC32}"/>
                </a:ext>
              </a:extLst>
            </p:cNvPr>
            <p:cNvSpPr/>
            <p:nvPr/>
          </p:nvSpPr>
          <p:spPr>
            <a:xfrm flipH="1">
              <a:off x="5219038" y="2382181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6C9720D2-C017-134E-0533-7F17496094DE}"/>
                </a:ext>
              </a:extLst>
            </p:cNvPr>
            <p:cNvSpPr/>
            <p:nvPr/>
          </p:nvSpPr>
          <p:spPr>
            <a:xfrm flipH="1">
              <a:off x="5303898" y="2311464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A2ED0C34-B5DA-A06D-1E93-F849DBCB48C6}"/>
                </a:ext>
              </a:extLst>
            </p:cNvPr>
            <p:cNvSpPr/>
            <p:nvPr/>
          </p:nvSpPr>
          <p:spPr>
            <a:xfrm flipH="1">
              <a:off x="5210956" y="2337654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78A84432-C9B7-7B13-4D25-CA9EA3136522}"/>
                </a:ext>
              </a:extLst>
            </p:cNvPr>
            <p:cNvSpPr/>
            <p:nvPr/>
          </p:nvSpPr>
          <p:spPr>
            <a:xfrm flipH="1">
              <a:off x="5267530" y="2410468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EBA090DA-CAB0-42C5-DFC9-5F8A0CF97C5E}"/>
                </a:ext>
              </a:extLst>
            </p:cNvPr>
            <p:cNvSpPr/>
            <p:nvPr/>
          </p:nvSpPr>
          <p:spPr>
            <a:xfrm flipH="1">
              <a:off x="5202874" y="2343792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EB67927D-23A4-4879-2034-41A713E3404A}"/>
                </a:ext>
              </a:extLst>
            </p:cNvPr>
            <p:cNvSpPr/>
            <p:nvPr/>
          </p:nvSpPr>
          <p:spPr>
            <a:xfrm flipH="1">
              <a:off x="5140509" y="2307423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79" name="Straight Connector 1278">
              <a:extLst>
                <a:ext uri="{FF2B5EF4-FFF2-40B4-BE49-F238E27FC236}">
                  <a16:creationId xmlns:a16="http://schemas.microsoft.com/office/drawing/2014/main" id="{BE4E4C45-35EE-5818-7157-712A80F7BC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8308" y="2337654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0" name="Straight Connector 1279">
              <a:extLst>
                <a:ext uri="{FF2B5EF4-FFF2-40B4-BE49-F238E27FC236}">
                  <a16:creationId xmlns:a16="http://schemas.microsoft.com/office/drawing/2014/main" id="{E71A8718-7636-57B0-9E49-437262116E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1236" y="2374061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1" name="Straight Connector 1280">
              <a:extLst>
                <a:ext uri="{FF2B5EF4-FFF2-40B4-BE49-F238E27FC236}">
                  <a16:creationId xmlns:a16="http://schemas.microsoft.com/office/drawing/2014/main" id="{9EF48B82-D1F8-21F2-CA9B-4B71F0E0E2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03557" y="2395350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2" name="Oval 1291">
              <a:extLst>
                <a:ext uri="{FF2B5EF4-FFF2-40B4-BE49-F238E27FC236}">
                  <a16:creationId xmlns:a16="http://schemas.microsoft.com/office/drawing/2014/main" id="{6E3F694B-0460-43CA-1605-546442555AD6}"/>
                </a:ext>
              </a:extLst>
            </p:cNvPr>
            <p:cNvSpPr/>
            <p:nvPr/>
          </p:nvSpPr>
          <p:spPr>
            <a:xfrm flipH="1">
              <a:off x="5061429" y="2304099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1293" name="Group 1292">
            <a:extLst>
              <a:ext uri="{FF2B5EF4-FFF2-40B4-BE49-F238E27FC236}">
                <a16:creationId xmlns:a16="http://schemas.microsoft.com/office/drawing/2014/main" id="{C90336AC-A651-1261-1197-72292B4A46C4}"/>
              </a:ext>
            </a:extLst>
          </p:cNvPr>
          <p:cNvGrpSpPr/>
          <p:nvPr/>
        </p:nvGrpSpPr>
        <p:grpSpPr>
          <a:xfrm>
            <a:off x="1472084" y="1608346"/>
            <a:ext cx="714143" cy="804641"/>
            <a:chOff x="4699060" y="773191"/>
            <a:chExt cx="714143" cy="804641"/>
          </a:xfrm>
        </p:grpSpPr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469FD6B8-E7F8-C173-E69B-766A88F91F92}"/>
                </a:ext>
              </a:extLst>
            </p:cNvPr>
            <p:cNvSpPr/>
            <p:nvPr/>
          </p:nvSpPr>
          <p:spPr>
            <a:xfrm flipH="1">
              <a:off x="4699060" y="773191"/>
              <a:ext cx="515536" cy="780736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5CFAEA53-CCF3-A710-791D-A23C488BF30C}"/>
                </a:ext>
              </a:extLst>
            </p:cNvPr>
            <p:cNvSpPr/>
            <p:nvPr/>
          </p:nvSpPr>
          <p:spPr>
            <a:xfrm flipH="1">
              <a:off x="4926268" y="786823"/>
              <a:ext cx="145474" cy="176784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91EEC070-BA7E-853D-87FC-6436B1561780}"/>
                </a:ext>
              </a:extLst>
            </p:cNvPr>
            <p:cNvSpPr/>
            <p:nvPr/>
          </p:nvSpPr>
          <p:spPr>
            <a:xfrm flipH="1">
              <a:off x="4944452" y="955077"/>
              <a:ext cx="189328" cy="379075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01E1BC7E-5EEC-0CCA-FDD3-AC76FC60E6B8}"/>
                </a:ext>
              </a:extLst>
            </p:cNvPr>
            <p:cNvSpPr/>
            <p:nvPr/>
          </p:nvSpPr>
          <p:spPr>
            <a:xfrm flipH="1">
              <a:off x="5041435" y="1336869"/>
              <a:ext cx="172419" cy="121756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783CA628-916A-04CF-AFEB-19C850BBDC4E}"/>
                </a:ext>
              </a:extLst>
            </p:cNvPr>
            <p:cNvSpPr/>
            <p:nvPr/>
          </p:nvSpPr>
          <p:spPr>
            <a:xfrm flipH="1">
              <a:off x="4807801" y="826064"/>
              <a:ext cx="274453" cy="659803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13E487FD-EA97-3E21-0953-C52398F8FD4E}"/>
                </a:ext>
              </a:extLst>
            </p:cNvPr>
            <p:cNvSpPr/>
            <p:nvPr/>
          </p:nvSpPr>
          <p:spPr>
            <a:xfrm flipH="1">
              <a:off x="4721142" y="1061631"/>
              <a:ext cx="148552" cy="446018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CA397526-2AF2-6F9B-3686-0FBEA6DC80C6}"/>
                </a:ext>
              </a:extLst>
            </p:cNvPr>
            <p:cNvSpPr/>
            <p:nvPr/>
          </p:nvSpPr>
          <p:spPr>
            <a:xfrm flipH="1">
              <a:off x="4790820" y="1407864"/>
              <a:ext cx="167776" cy="111375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260DD719-C7E1-CFAB-87DD-53E970646848}"/>
                </a:ext>
              </a:extLst>
            </p:cNvPr>
            <p:cNvSpPr/>
            <p:nvPr/>
          </p:nvSpPr>
          <p:spPr>
            <a:xfrm flipH="1">
              <a:off x="5077804" y="1476808"/>
              <a:ext cx="84860" cy="101024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A2884876-3B12-0D9F-1AFB-FC3F11576BDE}"/>
                </a:ext>
              </a:extLst>
            </p:cNvPr>
            <p:cNvSpPr/>
            <p:nvPr/>
          </p:nvSpPr>
          <p:spPr>
            <a:xfrm flipH="1">
              <a:off x="5075783" y="1472767"/>
              <a:ext cx="123249" cy="80819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3140F03D-FD03-287B-2F5D-72FB94CEA773}"/>
                </a:ext>
              </a:extLst>
            </p:cNvPr>
            <p:cNvSpPr/>
            <p:nvPr/>
          </p:nvSpPr>
          <p:spPr>
            <a:xfrm flipH="1">
              <a:off x="5091947" y="783059"/>
              <a:ext cx="321256" cy="37094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08028128-6CA1-053A-DB37-D1C47522215C}"/>
                </a:ext>
              </a:extLst>
            </p:cNvPr>
            <p:cNvSpPr/>
            <p:nvPr/>
          </p:nvSpPr>
          <p:spPr>
            <a:xfrm flipH="1">
              <a:off x="5108111" y="851910"/>
              <a:ext cx="151536" cy="162209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A58731EA-1C08-4239-2F04-BFFE81E03997}"/>
                </a:ext>
              </a:extLst>
            </p:cNvPr>
            <p:cNvSpPr/>
            <p:nvPr/>
          </p:nvSpPr>
          <p:spPr>
            <a:xfrm flipH="1">
              <a:off x="5098009" y="816760"/>
              <a:ext cx="175908" cy="90287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68E342C2-9842-D31A-013E-7342FCF59994}"/>
                </a:ext>
              </a:extLst>
            </p:cNvPr>
            <p:cNvSpPr/>
            <p:nvPr/>
          </p:nvSpPr>
          <p:spPr>
            <a:xfrm flipH="1">
              <a:off x="5164684" y="801968"/>
              <a:ext cx="214170" cy="40410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E16D3356-E3B0-98E9-952B-D3E0A9C9F234}"/>
                </a:ext>
              </a:extLst>
            </p:cNvPr>
            <p:cNvSpPr/>
            <p:nvPr/>
          </p:nvSpPr>
          <p:spPr>
            <a:xfrm flipH="1">
              <a:off x="5176807" y="874706"/>
              <a:ext cx="20754" cy="105325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882A29D1-8497-EA84-A4CD-6279B3EB5809}"/>
                </a:ext>
              </a:extLst>
            </p:cNvPr>
            <p:cNvSpPr/>
            <p:nvPr/>
          </p:nvSpPr>
          <p:spPr>
            <a:xfrm flipH="1">
              <a:off x="5261667" y="803989"/>
              <a:ext cx="79108" cy="80819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C7EDC62F-53AE-F4B4-12E9-8B7B39C54A83}"/>
                </a:ext>
              </a:extLst>
            </p:cNvPr>
            <p:cNvSpPr/>
            <p:nvPr/>
          </p:nvSpPr>
          <p:spPr>
            <a:xfrm flipH="1">
              <a:off x="5168725" y="830179"/>
              <a:ext cx="133351" cy="161714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763BA72B-EFF1-9B19-36E9-F9B922C4BB7A}"/>
                </a:ext>
              </a:extLst>
            </p:cNvPr>
            <p:cNvSpPr/>
            <p:nvPr/>
          </p:nvSpPr>
          <p:spPr>
            <a:xfrm flipH="1">
              <a:off x="5225299" y="902993"/>
              <a:ext cx="2020" cy="107085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68A9AEB6-383F-CD5F-368A-7F49220D89CD}"/>
                </a:ext>
              </a:extLst>
            </p:cNvPr>
            <p:cNvSpPr/>
            <p:nvPr/>
          </p:nvSpPr>
          <p:spPr>
            <a:xfrm flipH="1">
              <a:off x="5160643" y="836317"/>
              <a:ext cx="10103" cy="94963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C2B70218-1032-DCF9-5BAF-580532F173B2}"/>
                </a:ext>
              </a:extLst>
            </p:cNvPr>
            <p:cNvSpPr/>
            <p:nvPr/>
          </p:nvSpPr>
          <p:spPr>
            <a:xfrm flipH="1">
              <a:off x="5098278" y="799948"/>
              <a:ext cx="147225" cy="36544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330" name="Straight Connector 1329">
              <a:extLst>
                <a:ext uri="{FF2B5EF4-FFF2-40B4-BE49-F238E27FC236}">
                  <a16:creationId xmlns:a16="http://schemas.microsoft.com/office/drawing/2014/main" id="{2527373F-E1E9-4971-A1B5-630FEEC4B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6077" y="830179"/>
              <a:ext cx="116177" cy="546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1" name="Straight Connector 1330">
              <a:extLst>
                <a:ext uri="{FF2B5EF4-FFF2-40B4-BE49-F238E27FC236}">
                  <a16:creationId xmlns:a16="http://schemas.microsoft.com/office/drawing/2014/main" id="{3A5DB3B1-131B-F95C-9A56-ECA3926DD6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9005" y="866586"/>
              <a:ext cx="108504" cy="641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2" name="Straight Connector 1331">
              <a:extLst>
                <a:ext uri="{FF2B5EF4-FFF2-40B4-BE49-F238E27FC236}">
                  <a16:creationId xmlns:a16="http://schemas.microsoft.com/office/drawing/2014/main" id="{E6407BD0-DFC5-0685-1242-7747FE6E0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326" y="887875"/>
              <a:ext cx="31074" cy="394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3" name="Oval 1332">
              <a:extLst>
                <a:ext uri="{FF2B5EF4-FFF2-40B4-BE49-F238E27FC236}">
                  <a16:creationId xmlns:a16="http://schemas.microsoft.com/office/drawing/2014/main" id="{F7CAB9F5-DC08-1695-48F7-B345FEE31A3A}"/>
                </a:ext>
              </a:extLst>
            </p:cNvPr>
            <p:cNvSpPr/>
            <p:nvPr/>
          </p:nvSpPr>
          <p:spPr>
            <a:xfrm flipH="1">
              <a:off x="5019198" y="796624"/>
              <a:ext cx="36969" cy="32327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pic>
        <p:nvPicPr>
          <p:cNvPr id="1334" name="Picture 1333">
            <a:extLst>
              <a:ext uri="{FF2B5EF4-FFF2-40B4-BE49-F238E27FC236}">
                <a16:creationId xmlns:a16="http://schemas.microsoft.com/office/drawing/2014/main" id="{CCEDC126-CECF-2FFC-40A0-1DA192252A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3818140" y="1765988"/>
            <a:ext cx="1169876" cy="779917"/>
          </a:xfrm>
          <a:prstGeom prst="rect">
            <a:avLst/>
          </a:prstGeom>
          <a:effectLst>
            <a:outerShdw blurRad="419100" dist="355600" dir="5400000" algn="ctr" rotWithShape="0">
              <a:srgbClr val="000000">
                <a:alpha val="26000"/>
              </a:srgbClr>
            </a:outerShdw>
          </a:effectLst>
        </p:spPr>
      </p:pic>
      <p:pic>
        <p:nvPicPr>
          <p:cNvPr id="1335" name="Picture 1334" descr="Free Arrow Up Icon, Symbol. Download in SVG &amp; PNG Formats.">
            <a:extLst>
              <a:ext uri="{FF2B5EF4-FFF2-40B4-BE49-F238E27FC236}">
                <a16:creationId xmlns:a16="http://schemas.microsoft.com/office/drawing/2014/main" id="{DC5B46D2-309F-62E1-F6AF-E7F253A648C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25357" y="1772161"/>
            <a:ext cx="773744" cy="773744"/>
          </a:xfrm>
          <a:prstGeom prst="rect">
            <a:avLst/>
          </a:prstGeom>
        </p:spPr>
      </p:pic>
      <p:pic>
        <p:nvPicPr>
          <p:cNvPr id="1336" name="Picture 1335">
            <a:extLst>
              <a:ext uri="{FF2B5EF4-FFF2-40B4-BE49-F238E27FC236}">
                <a16:creationId xmlns:a16="http://schemas.microsoft.com/office/drawing/2014/main" id="{31B7BD6D-F392-CB73-9D98-289E09535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3588" y="2494783"/>
            <a:ext cx="412215" cy="41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553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92</Words>
  <Application>Microsoft Macintosh PowerPoint</Application>
  <PresentationFormat>Widescreen</PresentationFormat>
  <Paragraphs>41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Emanuele Giacomuzzo</dc:creator>
  <cp:lastModifiedBy>Emanuele Giacomuzzo</cp:lastModifiedBy>
  <cp:revision>219</cp:revision>
  <dcterms:created xsi:type="dcterms:W3CDTF">2026-01-12T15:56:29Z</dcterms:created>
  <dcterms:modified xsi:type="dcterms:W3CDTF">2026-10-21T12:25:12Z</dcterms:modified>
</cp:coreProperties>
</file>