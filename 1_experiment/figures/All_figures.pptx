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718" r:id="rId2"/>
    <p:sldId id="714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22"/>
    <p:restoredTop sz="94737"/>
  </p:normalViewPr>
  <p:slideViewPr>
    <p:cSldViewPr snapToGrid="0">
      <p:cViewPr>
        <p:scale>
          <a:sx n="100" d="100"/>
          <a:sy n="100" d="100"/>
        </p:scale>
        <p:origin x="1648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3E7C88-AD06-0B46-A913-FBB4EDA557A7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AEDE2-EF28-1646-B682-13D748896D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57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E6CE5-1970-041F-EBA2-BDF508122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A548D8-924F-6647-2DF9-1F30AF8C88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3F2A27-7AA1-5AED-3E65-71E9480BC3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82BA84-B973-C0BA-6623-825E663085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94157D-0DFB-6C49-A282-8CDEEF651CF5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400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ABA9A-D40D-1C52-D9E0-1000CAAB7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DDB0CF-77CD-6C2B-0FAC-D19896AC35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09A3F7-8A9F-8687-2C85-4F08C72F65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227779-8261-A73A-D244-398F09F824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94157D-0DFB-6C49-A282-8CDEEF651CF5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21034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F0EA2-6FE7-669C-F150-B7EE817460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11D09E-A13A-6F9B-17E9-9D58B4046D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D5EDD-E9CB-92CD-96FB-665D74083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BF641-5FF5-D94A-B89F-40D3DD45CFB8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3CB7B3-8F88-B775-E4A6-D3855CA33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3C518C-16E4-B067-30F7-D8C646FD9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E19A6-F433-0D44-A967-24B8EF6EB9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4110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86EEE-AF2F-37BF-A874-B53859E11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26D001-E2C0-851C-2B0C-26B468558C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46C08F-39E4-E20F-D861-F09586379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BF641-5FF5-D94A-B89F-40D3DD45CFB8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2C0213-72A1-2688-420E-56D30C1AA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862A49-5CFE-02CB-1214-5168EC1D1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E19A6-F433-0D44-A967-24B8EF6EB9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4372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CFB49-385D-B9E1-E5B3-DDA1221A1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BDC6A9-A85E-AA9D-30A9-093F5B7F66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DC086E-AB00-8CD4-AF99-148CD8BA8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BF641-5FF5-D94A-B89F-40D3DD45CFB8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1CA76-0407-CF2E-590D-3FF7223A6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DE91E-4840-263F-E0F9-9E5B58F54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E19A6-F433-0D44-A967-24B8EF6EB9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8736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5BA4A-2750-2750-0CA1-CD7D7494F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214440-474A-CE62-27AF-E0031CAD34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2C1D0D-C68A-BB73-C3BF-F24307CA0A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E823C-0F07-EEB1-AD86-67B6A625B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BF641-5FF5-D94A-B89F-40D3DD45CFB8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D91E13-64FD-B2C1-967C-70AC43E68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3C7027-5EFA-16BF-0695-8995CA27A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E19A6-F433-0D44-A967-24B8EF6EB9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8608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30C9E-32EF-25B1-1B11-2762039E2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A4FE25-C974-F65B-B7B8-01D5ECF20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9FB8D9-C40C-8ED7-CAB2-5E981B77CC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60C3E6-2E1D-CC71-0B14-44E511E774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D6BE47-EE46-CDF9-543F-010FBFCE8D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2C4BC1-2061-7DF8-ACAA-EE3D015E3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BF641-5FF5-D94A-B89F-40D3DD45CFB8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7D57CB-3803-BFC7-5620-F366AB053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F02D77-B251-7196-86A6-A392EF14F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E19A6-F433-0D44-A967-24B8EF6EB9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7733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F0CB2-FE17-45BD-1AD5-55841C0DF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D6BC8A-6BDA-7F18-E1C4-E17F9821D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BF641-5FF5-D94A-B89F-40D3DD45CFB8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CCAF5B-BC5E-5FEC-B88D-38DBEC0A9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452A11-C67A-A328-0631-53E624F77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E19A6-F433-0D44-A967-24B8EF6EB9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8659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50C28B-C88E-7B25-0ED5-068A15747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BF641-5FF5-D94A-B89F-40D3DD45CFB8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DE5F5A-A2F5-3E65-E938-3F92D7647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C026A6-26CF-BFD2-30B4-204971D0D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E19A6-F433-0D44-A967-24B8EF6EB9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1392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BDFFF-B92E-7C56-43F0-3FECE677D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2D001-6B77-B706-600D-A7A7B235AA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7571B6-0F3C-F575-C0FC-05EEC44960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360A17-834D-8C6C-D96F-DCDE9B651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BF641-5FF5-D94A-B89F-40D3DD45CFB8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D71E0-F321-A7DB-AD2F-61EDFF4E5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F5539F-E3F5-FFDA-0F2F-5D07D8B4A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E19A6-F433-0D44-A967-24B8EF6EB9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1299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D8D63-ADF1-5890-E752-6A9548420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34CD5F-5B18-2ED6-9527-5012A84E51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2A910-9C4E-534F-9249-3DC7BF989B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3C6550-669E-AFE2-8A65-C6655902F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BF641-5FF5-D94A-B89F-40D3DD45CFB8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AB1A05-8155-8214-00FD-22732BAAC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429A3C-5EE5-96BD-2BD4-A055EFD6E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E19A6-F433-0D44-A967-24B8EF6EB9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1811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B67B0-CB0B-9BDC-CE2A-114F75480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E826BC-6300-23D0-7130-04D1E492F7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5435A2-71A5-8C9F-3CCB-7C5895F89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BF641-5FF5-D94A-B89F-40D3DD45CFB8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690BB0-0BCB-3794-6B45-2FDAE0C01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F8C05-45A1-6715-5104-D95A0DEF9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E19A6-F433-0D44-A967-24B8EF6EB9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7274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CBC117-59FF-6C9B-F30A-87954C2AC9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C6FB77-0A78-A8D6-EEF5-A30206FA5E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DE9AB4-5187-2194-412B-8C859A743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BF641-5FF5-D94A-B89F-40D3DD45CFB8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25CADA-C194-CAC5-1D82-DB0310F3B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62156D-9D54-F4CE-C53F-DD43715AE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E19A6-F433-0D44-A967-24B8EF6EB9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5379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7B5AAA-5D26-A4D4-DE82-301F16DA3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F9962-0460-E34C-8D6C-845E1326C3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34D8E-BBE8-75B3-6EE0-3A5F9FD6A9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ABF641-5FF5-D94A-B89F-40D3DD45CFB8}" type="datetimeFigureOut">
              <a:rPr lang="en-GB" smtClean="0"/>
              <a:t>04/08/2026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80D99F-2884-6C36-0D2C-32A7B05FBA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E2C959-A71A-5C6D-B4E8-36C0F8C5D7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CE19A6-F433-0D44-A967-24B8EF6EB9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8244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1.png"/><Relationship Id="rId10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B0FE2-1F79-1C3B-0F07-2518426D0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Rectangle 1120">
            <a:extLst>
              <a:ext uri="{FF2B5EF4-FFF2-40B4-BE49-F238E27FC236}">
                <a16:creationId xmlns:a16="http://schemas.microsoft.com/office/drawing/2014/main" id="{7325D127-7EBD-F290-3709-FCC6A6385B37}"/>
              </a:ext>
            </a:extLst>
          </p:cNvPr>
          <p:cNvSpPr/>
          <p:nvPr/>
        </p:nvSpPr>
        <p:spPr>
          <a:xfrm>
            <a:off x="1383900" y="1952206"/>
            <a:ext cx="9482567" cy="14329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22" name="Rectangle 1121">
            <a:extLst>
              <a:ext uri="{FF2B5EF4-FFF2-40B4-BE49-F238E27FC236}">
                <a16:creationId xmlns:a16="http://schemas.microsoft.com/office/drawing/2014/main" id="{C8E9FC2E-91D0-1E85-BCDE-E6DA8C2BC22A}"/>
              </a:ext>
            </a:extLst>
          </p:cNvPr>
          <p:cNvSpPr/>
          <p:nvPr/>
        </p:nvSpPr>
        <p:spPr>
          <a:xfrm>
            <a:off x="1383901" y="3470468"/>
            <a:ext cx="9482566" cy="14329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23" name="Rectangle 1122">
            <a:extLst>
              <a:ext uri="{FF2B5EF4-FFF2-40B4-BE49-F238E27FC236}">
                <a16:creationId xmlns:a16="http://schemas.microsoft.com/office/drawing/2014/main" id="{B4423504-B780-C154-6B60-FBF8F8733DB8}"/>
              </a:ext>
            </a:extLst>
          </p:cNvPr>
          <p:cNvSpPr/>
          <p:nvPr/>
        </p:nvSpPr>
        <p:spPr>
          <a:xfrm>
            <a:off x="1383900" y="4955307"/>
            <a:ext cx="9482566" cy="14329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20" name="Rectangle 1119">
            <a:extLst>
              <a:ext uri="{FF2B5EF4-FFF2-40B4-BE49-F238E27FC236}">
                <a16:creationId xmlns:a16="http://schemas.microsoft.com/office/drawing/2014/main" id="{94A627AF-FD88-9BE4-29D0-98D17CD8B44F}"/>
              </a:ext>
            </a:extLst>
          </p:cNvPr>
          <p:cNvSpPr/>
          <p:nvPr/>
        </p:nvSpPr>
        <p:spPr>
          <a:xfrm>
            <a:off x="1383900" y="469705"/>
            <a:ext cx="9482567" cy="14329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76" name="Picture 1075">
            <a:extLst>
              <a:ext uri="{FF2B5EF4-FFF2-40B4-BE49-F238E27FC236}">
                <a16:creationId xmlns:a16="http://schemas.microsoft.com/office/drawing/2014/main" id="{E71FC530-318C-8B0B-BB8B-98CE9A5332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1136" y="6505690"/>
            <a:ext cx="256199" cy="256199"/>
          </a:xfrm>
          <a:prstGeom prst="rect">
            <a:avLst/>
          </a:prstGeom>
        </p:spPr>
      </p:pic>
      <p:sp>
        <p:nvSpPr>
          <p:cNvPr id="1077" name="Right Arrow 1076">
            <a:extLst>
              <a:ext uri="{FF2B5EF4-FFF2-40B4-BE49-F238E27FC236}">
                <a16:creationId xmlns:a16="http://schemas.microsoft.com/office/drawing/2014/main" id="{A3169272-6A77-57BD-4101-5F4157C19AF2}"/>
              </a:ext>
            </a:extLst>
          </p:cNvPr>
          <p:cNvSpPr/>
          <p:nvPr/>
        </p:nvSpPr>
        <p:spPr>
          <a:xfrm>
            <a:off x="5549369" y="4262103"/>
            <a:ext cx="1776723" cy="128606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81" name="Right Arrow 1080">
            <a:extLst>
              <a:ext uri="{FF2B5EF4-FFF2-40B4-BE49-F238E27FC236}">
                <a16:creationId xmlns:a16="http://schemas.microsoft.com/office/drawing/2014/main" id="{BCB1EB6C-46A5-1F1F-AEEA-AA800924967F}"/>
              </a:ext>
            </a:extLst>
          </p:cNvPr>
          <p:cNvSpPr/>
          <p:nvPr/>
        </p:nvSpPr>
        <p:spPr>
          <a:xfrm>
            <a:off x="5568570" y="5579296"/>
            <a:ext cx="1776723" cy="128606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91" name="Right Arrow 1090">
            <a:extLst>
              <a:ext uri="{FF2B5EF4-FFF2-40B4-BE49-F238E27FC236}">
                <a16:creationId xmlns:a16="http://schemas.microsoft.com/office/drawing/2014/main" id="{C3CD3661-F065-A236-2A42-3219A1781039}"/>
              </a:ext>
            </a:extLst>
          </p:cNvPr>
          <p:cNvSpPr/>
          <p:nvPr/>
        </p:nvSpPr>
        <p:spPr>
          <a:xfrm>
            <a:off x="5522432" y="2568701"/>
            <a:ext cx="1776723" cy="128606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98" name="Right Arrow 1097">
            <a:extLst>
              <a:ext uri="{FF2B5EF4-FFF2-40B4-BE49-F238E27FC236}">
                <a16:creationId xmlns:a16="http://schemas.microsoft.com/office/drawing/2014/main" id="{56BDF1BD-3182-FF4F-413A-B8A2B7C0E0D6}"/>
              </a:ext>
            </a:extLst>
          </p:cNvPr>
          <p:cNvSpPr/>
          <p:nvPr/>
        </p:nvSpPr>
        <p:spPr>
          <a:xfrm>
            <a:off x="5585550" y="1094845"/>
            <a:ext cx="1776723" cy="128606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02" name="TextBox 1101">
            <a:extLst>
              <a:ext uri="{FF2B5EF4-FFF2-40B4-BE49-F238E27FC236}">
                <a16:creationId xmlns:a16="http://schemas.microsoft.com/office/drawing/2014/main" id="{3F521507-F0D6-C89B-FF23-943B6D72945B}"/>
              </a:ext>
            </a:extLst>
          </p:cNvPr>
          <p:cNvSpPr txBox="1"/>
          <p:nvPr/>
        </p:nvSpPr>
        <p:spPr>
          <a:xfrm>
            <a:off x="1803051" y="761619"/>
            <a:ext cx="2022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Low-quality toxic</a:t>
            </a:r>
          </a:p>
        </p:txBody>
      </p:sp>
      <p:sp>
        <p:nvSpPr>
          <p:cNvPr id="1110" name="TextBox 1109">
            <a:extLst>
              <a:ext uri="{FF2B5EF4-FFF2-40B4-BE49-F238E27FC236}">
                <a16:creationId xmlns:a16="http://schemas.microsoft.com/office/drawing/2014/main" id="{4E4A3F0B-3B55-855F-281B-E00D1B529C44}"/>
              </a:ext>
            </a:extLst>
          </p:cNvPr>
          <p:cNvSpPr txBox="1"/>
          <p:nvPr/>
        </p:nvSpPr>
        <p:spPr>
          <a:xfrm>
            <a:off x="1628230" y="1155168"/>
            <a:ext cx="23721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solidFill>
                  <a:schemeClr val="bg2">
                    <a:lumMod val="25000"/>
                  </a:schemeClr>
                </a:solidFill>
              </a:rPr>
              <a:t>50% Microcystis aeruginosa</a:t>
            </a:r>
          </a:p>
          <a:p>
            <a:pPr algn="ctr"/>
            <a:r>
              <a:rPr lang="en-GB" sz="1400" dirty="0">
                <a:solidFill>
                  <a:schemeClr val="bg2">
                    <a:lumMod val="25000"/>
                  </a:schemeClr>
                </a:solidFill>
              </a:rPr>
              <a:t>50% Tetradesmus obliquus</a:t>
            </a:r>
          </a:p>
        </p:txBody>
      </p:sp>
      <p:sp>
        <p:nvSpPr>
          <p:cNvPr id="1115" name="TextBox 1114">
            <a:extLst>
              <a:ext uri="{FF2B5EF4-FFF2-40B4-BE49-F238E27FC236}">
                <a16:creationId xmlns:a16="http://schemas.microsoft.com/office/drawing/2014/main" id="{4D97848A-1E9E-C662-4A75-A358ECC6850B}"/>
              </a:ext>
            </a:extLst>
          </p:cNvPr>
          <p:cNvSpPr txBox="1"/>
          <p:nvPr/>
        </p:nvSpPr>
        <p:spPr>
          <a:xfrm>
            <a:off x="1803051" y="2215597"/>
            <a:ext cx="2022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Low-quality</a:t>
            </a:r>
          </a:p>
        </p:txBody>
      </p:sp>
      <p:sp>
        <p:nvSpPr>
          <p:cNvPr id="1116" name="TextBox 1115">
            <a:extLst>
              <a:ext uri="{FF2B5EF4-FFF2-40B4-BE49-F238E27FC236}">
                <a16:creationId xmlns:a16="http://schemas.microsoft.com/office/drawing/2014/main" id="{533FB628-F485-F10B-1BDF-75879592300C}"/>
              </a:ext>
            </a:extLst>
          </p:cNvPr>
          <p:cNvSpPr txBox="1"/>
          <p:nvPr/>
        </p:nvSpPr>
        <p:spPr>
          <a:xfrm>
            <a:off x="1497724" y="2609146"/>
            <a:ext cx="26331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solidFill>
                  <a:schemeClr val="bg2">
                    <a:lumMod val="25000"/>
                  </a:schemeClr>
                </a:solidFill>
              </a:rPr>
              <a:t>50% Synechococcus elongatus</a:t>
            </a:r>
          </a:p>
          <a:p>
            <a:pPr algn="ctr"/>
            <a:r>
              <a:rPr lang="en-GB" sz="1400" dirty="0">
                <a:solidFill>
                  <a:schemeClr val="bg2">
                    <a:lumMod val="25000"/>
                  </a:schemeClr>
                </a:solidFill>
              </a:rPr>
              <a:t>50% Tetradesmus obliquus</a:t>
            </a:r>
          </a:p>
        </p:txBody>
      </p:sp>
      <p:sp>
        <p:nvSpPr>
          <p:cNvPr id="1117" name="TextBox 1116">
            <a:extLst>
              <a:ext uri="{FF2B5EF4-FFF2-40B4-BE49-F238E27FC236}">
                <a16:creationId xmlns:a16="http://schemas.microsoft.com/office/drawing/2014/main" id="{4355493B-5265-DE8B-0483-02EF71C6D769}"/>
              </a:ext>
            </a:extLst>
          </p:cNvPr>
          <p:cNvSpPr txBox="1"/>
          <p:nvPr/>
        </p:nvSpPr>
        <p:spPr>
          <a:xfrm>
            <a:off x="1803051" y="3807697"/>
            <a:ext cx="2022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High-quality</a:t>
            </a:r>
          </a:p>
        </p:txBody>
      </p:sp>
      <p:sp>
        <p:nvSpPr>
          <p:cNvPr id="1118" name="TextBox 1117">
            <a:extLst>
              <a:ext uri="{FF2B5EF4-FFF2-40B4-BE49-F238E27FC236}">
                <a16:creationId xmlns:a16="http://schemas.microsoft.com/office/drawing/2014/main" id="{9E9B848E-996C-8DE2-A215-853B2AD33062}"/>
              </a:ext>
            </a:extLst>
          </p:cNvPr>
          <p:cNvSpPr txBox="1"/>
          <p:nvPr/>
        </p:nvSpPr>
        <p:spPr>
          <a:xfrm>
            <a:off x="1325533" y="4201246"/>
            <a:ext cx="3028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solidFill>
                  <a:schemeClr val="bg2">
                    <a:lumMod val="25000"/>
                  </a:schemeClr>
                </a:solidFill>
              </a:rPr>
              <a:t>100% Nannochloropsis limnetica</a:t>
            </a:r>
          </a:p>
        </p:txBody>
      </p:sp>
      <p:sp>
        <p:nvSpPr>
          <p:cNvPr id="1119" name="TextBox 1118">
            <a:extLst>
              <a:ext uri="{FF2B5EF4-FFF2-40B4-BE49-F238E27FC236}">
                <a16:creationId xmlns:a16="http://schemas.microsoft.com/office/drawing/2014/main" id="{4BCEE680-19E9-EC0F-4445-9DF9BDFE28C5}"/>
              </a:ext>
            </a:extLst>
          </p:cNvPr>
          <p:cNvSpPr txBox="1"/>
          <p:nvPr/>
        </p:nvSpPr>
        <p:spPr>
          <a:xfrm>
            <a:off x="8597335" y="6479902"/>
            <a:ext cx="2487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solidFill>
                  <a:schemeClr val="bg2">
                    <a:lumMod val="25000"/>
                  </a:schemeClr>
                </a:solidFill>
              </a:rPr>
              <a:t>Lysed </a:t>
            </a:r>
            <a:r>
              <a:rPr lang="en-GB" sz="1400" i="1" dirty="0">
                <a:solidFill>
                  <a:schemeClr val="bg2">
                    <a:lumMod val="25000"/>
                  </a:schemeClr>
                </a:solidFill>
              </a:rPr>
              <a:t>Microcystis aeruginosa</a:t>
            </a:r>
          </a:p>
        </p:txBody>
      </p:sp>
      <p:sp>
        <p:nvSpPr>
          <p:cNvPr id="1127" name="TextBox 1126">
            <a:extLst>
              <a:ext uri="{FF2B5EF4-FFF2-40B4-BE49-F238E27FC236}">
                <a16:creationId xmlns:a16="http://schemas.microsoft.com/office/drawing/2014/main" id="{B3DCD556-4BC3-0DFE-4ECA-F42BCA4858E6}"/>
              </a:ext>
            </a:extLst>
          </p:cNvPr>
          <p:cNvSpPr txBox="1"/>
          <p:nvPr/>
        </p:nvSpPr>
        <p:spPr>
          <a:xfrm>
            <a:off x="1886818" y="5239981"/>
            <a:ext cx="2022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High-quality</a:t>
            </a:r>
          </a:p>
        </p:txBody>
      </p:sp>
      <p:sp>
        <p:nvSpPr>
          <p:cNvPr id="1128" name="TextBox 1127">
            <a:extLst>
              <a:ext uri="{FF2B5EF4-FFF2-40B4-BE49-F238E27FC236}">
                <a16:creationId xmlns:a16="http://schemas.microsoft.com/office/drawing/2014/main" id="{0241F0B8-F1C4-FD1B-8944-39462CFDC45F}"/>
              </a:ext>
            </a:extLst>
          </p:cNvPr>
          <p:cNvSpPr txBox="1"/>
          <p:nvPr/>
        </p:nvSpPr>
        <p:spPr>
          <a:xfrm>
            <a:off x="1383900" y="5633530"/>
            <a:ext cx="3028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solidFill>
                  <a:schemeClr val="bg2">
                    <a:lumMod val="25000"/>
                  </a:schemeClr>
                </a:solidFill>
              </a:rPr>
              <a:t>100% Nannochloropsis limnetica</a:t>
            </a:r>
          </a:p>
        </p:txBody>
      </p:sp>
      <p:sp>
        <p:nvSpPr>
          <p:cNvPr id="1129" name="Rectangle 1128">
            <a:extLst>
              <a:ext uri="{FF2B5EF4-FFF2-40B4-BE49-F238E27FC236}">
                <a16:creationId xmlns:a16="http://schemas.microsoft.com/office/drawing/2014/main" id="{37F5BBC5-EEB8-3887-653B-94EC522D21F4}"/>
              </a:ext>
            </a:extLst>
          </p:cNvPr>
          <p:cNvSpPr/>
          <p:nvPr/>
        </p:nvSpPr>
        <p:spPr>
          <a:xfrm>
            <a:off x="1628230" y="599967"/>
            <a:ext cx="2546999" cy="11615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30" name="Rectangle 1129">
            <a:extLst>
              <a:ext uri="{FF2B5EF4-FFF2-40B4-BE49-F238E27FC236}">
                <a16:creationId xmlns:a16="http://schemas.microsoft.com/office/drawing/2014/main" id="{4B21862B-98B2-E63F-6A90-3FC394C65AA1}"/>
              </a:ext>
            </a:extLst>
          </p:cNvPr>
          <p:cNvSpPr/>
          <p:nvPr/>
        </p:nvSpPr>
        <p:spPr>
          <a:xfrm>
            <a:off x="1591836" y="2093538"/>
            <a:ext cx="2546999" cy="11615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31" name="Rectangle 1130">
            <a:extLst>
              <a:ext uri="{FF2B5EF4-FFF2-40B4-BE49-F238E27FC236}">
                <a16:creationId xmlns:a16="http://schemas.microsoft.com/office/drawing/2014/main" id="{E5B360F7-293B-94F0-6893-C403650FDB18}"/>
              </a:ext>
            </a:extLst>
          </p:cNvPr>
          <p:cNvSpPr/>
          <p:nvPr/>
        </p:nvSpPr>
        <p:spPr>
          <a:xfrm>
            <a:off x="1536637" y="3620473"/>
            <a:ext cx="2711168" cy="11615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32" name="Rectangle 1131">
            <a:extLst>
              <a:ext uri="{FF2B5EF4-FFF2-40B4-BE49-F238E27FC236}">
                <a16:creationId xmlns:a16="http://schemas.microsoft.com/office/drawing/2014/main" id="{42AE024C-2985-391A-A993-688C9E2E2C15}"/>
              </a:ext>
            </a:extLst>
          </p:cNvPr>
          <p:cNvSpPr/>
          <p:nvPr/>
        </p:nvSpPr>
        <p:spPr>
          <a:xfrm>
            <a:off x="1590738" y="5062906"/>
            <a:ext cx="2657067" cy="11615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062" name="Group 1061">
            <a:extLst>
              <a:ext uri="{FF2B5EF4-FFF2-40B4-BE49-F238E27FC236}">
                <a16:creationId xmlns:a16="http://schemas.microsoft.com/office/drawing/2014/main" id="{5586700D-1CAA-0941-22C6-170032CC9EAF}"/>
              </a:ext>
            </a:extLst>
          </p:cNvPr>
          <p:cNvGrpSpPr/>
          <p:nvPr/>
        </p:nvGrpSpPr>
        <p:grpSpPr>
          <a:xfrm>
            <a:off x="7326091" y="557012"/>
            <a:ext cx="1713206" cy="1141200"/>
            <a:chOff x="7326091" y="557012"/>
            <a:chExt cx="1713206" cy="1141200"/>
          </a:xfrm>
        </p:grpSpPr>
        <p:pic>
          <p:nvPicPr>
            <p:cNvPr id="1075" name="Picture 1074">
              <a:extLst>
                <a:ext uri="{FF2B5EF4-FFF2-40B4-BE49-F238E27FC236}">
                  <a16:creationId xmlns:a16="http://schemas.microsoft.com/office/drawing/2014/main" id="{1FDA72FF-5278-9FF1-1847-B8A5A31F0C4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H="1">
              <a:off x="7326091" y="557012"/>
              <a:ext cx="1713206" cy="114120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FC1A751-C6D6-4150-43A8-15841D85F57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flipH="1">
              <a:off x="7523888" y="766006"/>
              <a:ext cx="1169876" cy="779917"/>
            </a:xfrm>
            <a:prstGeom prst="rect">
              <a:avLst/>
            </a:prstGeom>
            <a:effectLst>
              <a:outerShdw blurRad="419100" dist="355600" dir="5400000" algn="ctr" rotWithShape="0">
                <a:srgbClr val="000000">
                  <a:alpha val="26000"/>
                </a:srgbClr>
              </a:outerShdw>
            </a:effectLst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51EAA85-BC12-BF7F-011F-E55ACA68EA9F}"/>
              </a:ext>
            </a:extLst>
          </p:cNvPr>
          <p:cNvGrpSpPr/>
          <p:nvPr/>
        </p:nvGrpSpPr>
        <p:grpSpPr>
          <a:xfrm>
            <a:off x="4699060" y="773191"/>
            <a:ext cx="714143" cy="804641"/>
            <a:chOff x="4699060" y="773191"/>
            <a:chExt cx="714143" cy="804641"/>
          </a:xfrm>
        </p:grpSpPr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81890EB9-09BD-E49A-B4D0-A0F60BCFF59F}"/>
                </a:ext>
              </a:extLst>
            </p:cNvPr>
            <p:cNvSpPr/>
            <p:nvPr/>
          </p:nvSpPr>
          <p:spPr>
            <a:xfrm flipH="1">
              <a:off x="4699060" y="773191"/>
              <a:ext cx="515536" cy="780736"/>
            </a:xfrm>
            <a:custGeom>
              <a:avLst/>
              <a:gdLst>
                <a:gd name="connsiteX0" fmla="*/ 269675 w 1080158"/>
                <a:gd name="connsiteY0" fmla="*/ 98395 h 1635809"/>
                <a:gd name="connsiteX1" fmla="*/ 337408 w 1080158"/>
                <a:gd name="connsiteY1" fmla="*/ 22195 h 1635809"/>
                <a:gd name="connsiteX2" fmla="*/ 519442 w 1080158"/>
                <a:gd name="connsiteY2" fmla="*/ 1029 h 1635809"/>
                <a:gd name="connsiteX3" fmla="*/ 688775 w 1080158"/>
                <a:gd name="connsiteY3" fmla="*/ 47595 h 1635809"/>
                <a:gd name="connsiteX4" fmla="*/ 832708 w 1080158"/>
                <a:gd name="connsiteY4" fmla="*/ 136495 h 1635809"/>
                <a:gd name="connsiteX5" fmla="*/ 904675 w 1080158"/>
                <a:gd name="connsiteY5" fmla="*/ 216929 h 1635809"/>
                <a:gd name="connsiteX6" fmla="*/ 955475 w 1080158"/>
                <a:gd name="connsiteY6" fmla="*/ 314295 h 1635809"/>
                <a:gd name="connsiteX7" fmla="*/ 972408 w 1080158"/>
                <a:gd name="connsiteY7" fmla="*/ 424362 h 1635809"/>
                <a:gd name="connsiteX8" fmla="*/ 989342 w 1080158"/>
                <a:gd name="connsiteY8" fmla="*/ 504795 h 1635809"/>
                <a:gd name="connsiteX9" fmla="*/ 1006275 w 1080158"/>
                <a:gd name="connsiteY9" fmla="*/ 602162 h 1635809"/>
                <a:gd name="connsiteX10" fmla="*/ 1031675 w 1080158"/>
                <a:gd name="connsiteY10" fmla="*/ 682595 h 1635809"/>
                <a:gd name="connsiteX11" fmla="*/ 1057075 w 1080158"/>
                <a:gd name="connsiteY11" fmla="*/ 775729 h 1635809"/>
                <a:gd name="connsiteX12" fmla="*/ 1078242 w 1080158"/>
                <a:gd name="connsiteY12" fmla="*/ 868862 h 1635809"/>
                <a:gd name="connsiteX13" fmla="*/ 1006275 w 1080158"/>
                <a:gd name="connsiteY13" fmla="*/ 1249862 h 1635809"/>
                <a:gd name="connsiteX14" fmla="*/ 862342 w 1080158"/>
                <a:gd name="connsiteY14" fmla="*/ 1541962 h 1635809"/>
                <a:gd name="connsiteX15" fmla="*/ 845408 w 1080158"/>
                <a:gd name="connsiteY15" fmla="*/ 1635095 h 1635809"/>
                <a:gd name="connsiteX16" fmla="*/ 790375 w 1080158"/>
                <a:gd name="connsiteY16" fmla="*/ 1584295 h 1635809"/>
                <a:gd name="connsiteX17" fmla="*/ 557542 w 1080158"/>
                <a:gd name="connsiteY17" fmla="*/ 1571595 h 1635809"/>
                <a:gd name="connsiteX18" fmla="*/ 256975 w 1080158"/>
                <a:gd name="connsiteY18" fmla="*/ 1440362 h 1635809"/>
                <a:gd name="connsiteX19" fmla="*/ 66475 w 1080158"/>
                <a:gd name="connsiteY19" fmla="*/ 1156729 h 1635809"/>
                <a:gd name="connsiteX20" fmla="*/ 7208 w 1080158"/>
                <a:gd name="connsiteY20" fmla="*/ 898495 h 1635809"/>
                <a:gd name="connsiteX21" fmla="*/ 19908 w 1080158"/>
                <a:gd name="connsiteY21" fmla="*/ 593695 h 1635809"/>
                <a:gd name="connsiteX22" fmla="*/ 176542 w 1080158"/>
                <a:gd name="connsiteY22" fmla="*/ 356629 h 1635809"/>
                <a:gd name="connsiteX23" fmla="*/ 367042 w 1080158"/>
                <a:gd name="connsiteY23" fmla="*/ 322762 h 1635809"/>
                <a:gd name="connsiteX24" fmla="*/ 265442 w 1080158"/>
                <a:gd name="connsiteY24" fmla="*/ 271962 h 1635809"/>
                <a:gd name="connsiteX25" fmla="*/ 189242 w 1080158"/>
                <a:gd name="connsiteY25" fmla="*/ 288895 h 1635809"/>
                <a:gd name="connsiteX26" fmla="*/ 269675 w 1080158"/>
                <a:gd name="connsiteY26" fmla="*/ 98395 h 1635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080158" h="1635809">
                  <a:moveTo>
                    <a:pt x="269675" y="98395"/>
                  </a:moveTo>
                  <a:cubicBezTo>
                    <a:pt x="294369" y="53945"/>
                    <a:pt x="295780" y="38423"/>
                    <a:pt x="337408" y="22195"/>
                  </a:cubicBezTo>
                  <a:cubicBezTo>
                    <a:pt x="379036" y="5967"/>
                    <a:pt x="460881" y="-3204"/>
                    <a:pt x="519442" y="1029"/>
                  </a:cubicBezTo>
                  <a:cubicBezTo>
                    <a:pt x="578003" y="5262"/>
                    <a:pt x="636564" y="25017"/>
                    <a:pt x="688775" y="47595"/>
                  </a:cubicBezTo>
                  <a:cubicBezTo>
                    <a:pt x="740986" y="70173"/>
                    <a:pt x="796725" y="108273"/>
                    <a:pt x="832708" y="136495"/>
                  </a:cubicBezTo>
                  <a:cubicBezTo>
                    <a:pt x="868691" y="164717"/>
                    <a:pt x="884214" y="187296"/>
                    <a:pt x="904675" y="216929"/>
                  </a:cubicBezTo>
                  <a:cubicBezTo>
                    <a:pt x="925136" y="246562"/>
                    <a:pt x="944186" y="279723"/>
                    <a:pt x="955475" y="314295"/>
                  </a:cubicBezTo>
                  <a:cubicBezTo>
                    <a:pt x="966764" y="348867"/>
                    <a:pt x="966764" y="392612"/>
                    <a:pt x="972408" y="424362"/>
                  </a:cubicBezTo>
                  <a:cubicBezTo>
                    <a:pt x="978052" y="456112"/>
                    <a:pt x="983698" y="475162"/>
                    <a:pt x="989342" y="504795"/>
                  </a:cubicBezTo>
                  <a:cubicBezTo>
                    <a:pt x="994986" y="534428"/>
                    <a:pt x="999220" y="572529"/>
                    <a:pt x="1006275" y="602162"/>
                  </a:cubicBezTo>
                  <a:cubicBezTo>
                    <a:pt x="1013330" y="631795"/>
                    <a:pt x="1023208" y="653667"/>
                    <a:pt x="1031675" y="682595"/>
                  </a:cubicBezTo>
                  <a:cubicBezTo>
                    <a:pt x="1040142" y="711523"/>
                    <a:pt x="1049314" y="744685"/>
                    <a:pt x="1057075" y="775729"/>
                  </a:cubicBezTo>
                  <a:cubicBezTo>
                    <a:pt x="1064836" y="806773"/>
                    <a:pt x="1086709" y="789840"/>
                    <a:pt x="1078242" y="868862"/>
                  </a:cubicBezTo>
                  <a:cubicBezTo>
                    <a:pt x="1069775" y="947884"/>
                    <a:pt x="1042258" y="1137679"/>
                    <a:pt x="1006275" y="1249862"/>
                  </a:cubicBezTo>
                  <a:cubicBezTo>
                    <a:pt x="970292" y="1362045"/>
                    <a:pt x="889153" y="1477757"/>
                    <a:pt x="862342" y="1541962"/>
                  </a:cubicBezTo>
                  <a:cubicBezTo>
                    <a:pt x="835531" y="1606167"/>
                    <a:pt x="857402" y="1628040"/>
                    <a:pt x="845408" y="1635095"/>
                  </a:cubicBezTo>
                  <a:cubicBezTo>
                    <a:pt x="833414" y="1642150"/>
                    <a:pt x="838353" y="1594878"/>
                    <a:pt x="790375" y="1584295"/>
                  </a:cubicBezTo>
                  <a:cubicBezTo>
                    <a:pt x="742397" y="1573712"/>
                    <a:pt x="646442" y="1595584"/>
                    <a:pt x="557542" y="1571595"/>
                  </a:cubicBezTo>
                  <a:cubicBezTo>
                    <a:pt x="468642" y="1547606"/>
                    <a:pt x="338820" y="1509506"/>
                    <a:pt x="256975" y="1440362"/>
                  </a:cubicBezTo>
                  <a:cubicBezTo>
                    <a:pt x="175130" y="1371218"/>
                    <a:pt x="108103" y="1247040"/>
                    <a:pt x="66475" y="1156729"/>
                  </a:cubicBezTo>
                  <a:cubicBezTo>
                    <a:pt x="24847" y="1066418"/>
                    <a:pt x="14969" y="992334"/>
                    <a:pt x="7208" y="898495"/>
                  </a:cubicBezTo>
                  <a:cubicBezTo>
                    <a:pt x="-553" y="804656"/>
                    <a:pt x="-8314" y="684006"/>
                    <a:pt x="19908" y="593695"/>
                  </a:cubicBezTo>
                  <a:cubicBezTo>
                    <a:pt x="48130" y="503384"/>
                    <a:pt x="118686" y="401784"/>
                    <a:pt x="176542" y="356629"/>
                  </a:cubicBezTo>
                  <a:cubicBezTo>
                    <a:pt x="234398" y="311474"/>
                    <a:pt x="352225" y="336873"/>
                    <a:pt x="367042" y="322762"/>
                  </a:cubicBezTo>
                  <a:cubicBezTo>
                    <a:pt x="381859" y="308651"/>
                    <a:pt x="295075" y="277606"/>
                    <a:pt x="265442" y="271962"/>
                  </a:cubicBezTo>
                  <a:cubicBezTo>
                    <a:pt x="235809" y="266318"/>
                    <a:pt x="192770" y="310767"/>
                    <a:pt x="189242" y="288895"/>
                  </a:cubicBezTo>
                  <a:cubicBezTo>
                    <a:pt x="185714" y="267023"/>
                    <a:pt x="244981" y="142845"/>
                    <a:pt x="269675" y="98395"/>
                  </a:cubicBez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0D8F1AAC-A6A4-0326-A9F0-CA2508D7C219}"/>
                </a:ext>
              </a:extLst>
            </p:cNvPr>
            <p:cNvSpPr/>
            <p:nvPr/>
          </p:nvSpPr>
          <p:spPr>
            <a:xfrm flipH="1">
              <a:off x="4926268" y="786823"/>
              <a:ext cx="145474" cy="176784"/>
            </a:xfrm>
            <a:custGeom>
              <a:avLst/>
              <a:gdLst>
                <a:gd name="connsiteX0" fmla="*/ 0 w 304800"/>
                <a:gd name="connsiteY0" fmla="*/ 19034 h 370401"/>
                <a:gd name="connsiteX1" fmla="*/ 97367 w 304800"/>
                <a:gd name="connsiteY1" fmla="*/ 2101 h 370401"/>
                <a:gd name="connsiteX2" fmla="*/ 220134 w 304800"/>
                <a:gd name="connsiteY2" fmla="*/ 61368 h 370401"/>
                <a:gd name="connsiteX3" fmla="*/ 275167 w 304800"/>
                <a:gd name="connsiteY3" fmla="*/ 141801 h 370401"/>
                <a:gd name="connsiteX4" fmla="*/ 304800 w 304800"/>
                <a:gd name="connsiteY4" fmla="*/ 370401 h 370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0" h="370401">
                  <a:moveTo>
                    <a:pt x="0" y="19034"/>
                  </a:moveTo>
                  <a:cubicBezTo>
                    <a:pt x="30339" y="7039"/>
                    <a:pt x="60678" y="-4955"/>
                    <a:pt x="97367" y="2101"/>
                  </a:cubicBezTo>
                  <a:cubicBezTo>
                    <a:pt x="134056" y="9157"/>
                    <a:pt x="190501" y="38085"/>
                    <a:pt x="220134" y="61368"/>
                  </a:cubicBezTo>
                  <a:cubicBezTo>
                    <a:pt x="249767" y="84651"/>
                    <a:pt x="261056" y="90296"/>
                    <a:pt x="275167" y="141801"/>
                  </a:cubicBezTo>
                  <a:cubicBezTo>
                    <a:pt x="289278" y="193306"/>
                    <a:pt x="297039" y="281853"/>
                    <a:pt x="304800" y="370401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3AAA05EA-F7F7-6E66-A3F0-2823750A062D}"/>
                </a:ext>
              </a:extLst>
            </p:cNvPr>
            <p:cNvSpPr/>
            <p:nvPr/>
          </p:nvSpPr>
          <p:spPr>
            <a:xfrm flipH="1">
              <a:off x="4944452" y="955077"/>
              <a:ext cx="189328" cy="379075"/>
            </a:xfrm>
            <a:custGeom>
              <a:avLst/>
              <a:gdLst>
                <a:gd name="connsiteX0" fmla="*/ 396682 w 396682"/>
                <a:gd name="connsiteY0" fmla="*/ 22105 h 794243"/>
                <a:gd name="connsiteX1" fmla="*/ 134216 w 396682"/>
                <a:gd name="connsiteY1" fmla="*/ 5172 h 794243"/>
                <a:gd name="connsiteX2" fmla="*/ 19916 w 396682"/>
                <a:gd name="connsiteY2" fmla="*/ 102539 h 794243"/>
                <a:gd name="connsiteX3" fmla="*/ 2982 w 396682"/>
                <a:gd name="connsiteY3" fmla="*/ 259172 h 794243"/>
                <a:gd name="connsiteX4" fmla="*/ 53782 w 396682"/>
                <a:gd name="connsiteY4" fmla="*/ 390405 h 794243"/>
                <a:gd name="connsiteX5" fmla="*/ 19916 w 396682"/>
                <a:gd name="connsiteY5" fmla="*/ 530105 h 794243"/>
                <a:gd name="connsiteX6" fmla="*/ 79182 w 396682"/>
                <a:gd name="connsiteY6" fmla="*/ 703672 h 794243"/>
                <a:gd name="connsiteX7" fmla="*/ 210416 w 396682"/>
                <a:gd name="connsiteY7" fmla="*/ 792572 h 794243"/>
                <a:gd name="connsiteX8" fmla="*/ 341649 w 396682"/>
                <a:gd name="connsiteY8" fmla="*/ 754472 h 794243"/>
                <a:gd name="connsiteX9" fmla="*/ 396682 w 396682"/>
                <a:gd name="connsiteY9" fmla="*/ 665572 h 794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6682" h="794243">
                  <a:moveTo>
                    <a:pt x="396682" y="22105"/>
                  </a:moveTo>
                  <a:cubicBezTo>
                    <a:pt x="296846" y="6935"/>
                    <a:pt x="197010" y="-8234"/>
                    <a:pt x="134216" y="5172"/>
                  </a:cubicBezTo>
                  <a:cubicBezTo>
                    <a:pt x="71422" y="18578"/>
                    <a:pt x="41788" y="60206"/>
                    <a:pt x="19916" y="102539"/>
                  </a:cubicBezTo>
                  <a:cubicBezTo>
                    <a:pt x="-1956" y="144872"/>
                    <a:pt x="-2662" y="211194"/>
                    <a:pt x="2982" y="259172"/>
                  </a:cubicBezTo>
                  <a:cubicBezTo>
                    <a:pt x="8626" y="307150"/>
                    <a:pt x="50960" y="345250"/>
                    <a:pt x="53782" y="390405"/>
                  </a:cubicBezTo>
                  <a:cubicBezTo>
                    <a:pt x="56604" y="435560"/>
                    <a:pt x="15683" y="477894"/>
                    <a:pt x="19916" y="530105"/>
                  </a:cubicBezTo>
                  <a:cubicBezTo>
                    <a:pt x="24149" y="582316"/>
                    <a:pt x="47432" y="659928"/>
                    <a:pt x="79182" y="703672"/>
                  </a:cubicBezTo>
                  <a:cubicBezTo>
                    <a:pt x="110932" y="747416"/>
                    <a:pt x="166671" y="784105"/>
                    <a:pt x="210416" y="792572"/>
                  </a:cubicBezTo>
                  <a:cubicBezTo>
                    <a:pt x="254161" y="801039"/>
                    <a:pt x="310605" y="775639"/>
                    <a:pt x="341649" y="754472"/>
                  </a:cubicBezTo>
                  <a:cubicBezTo>
                    <a:pt x="372693" y="733305"/>
                    <a:pt x="384687" y="699438"/>
                    <a:pt x="396682" y="665572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3630A55A-6226-83BA-1B73-105978BF8D9D}"/>
                </a:ext>
              </a:extLst>
            </p:cNvPr>
            <p:cNvSpPr/>
            <p:nvPr/>
          </p:nvSpPr>
          <p:spPr>
            <a:xfrm flipH="1">
              <a:off x="5041435" y="1336869"/>
              <a:ext cx="172419" cy="121756"/>
            </a:xfrm>
            <a:custGeom>
              <a:avLst/>
              <a:gdLst>
                <a:gd name="connsiteX0" fmla="*/ 272354 w 361254"/>
                <a:gd name="connsiteY0" fmla="*/ 255104 h 255104"/>
                <a:gd name="connsiteX1" fmla="*/ 259654 w 361254"/>
                <a:gd name="connsiteY1" fmla="*/ 157737 h 255104"/>
                <a:gd name="connsiteX2" fmla="*/ 149588 w 361254"/>
                <a:gd name="connsiteY2" fmla="*/ 98470 h 255104"/>
                <a:gd name="connsiteX3" fmla="*/ 86088 w 361254"/>
                <a:gd name="connsiteY3" fmla="*/ 102704 h 255104"/>
                <a:gd name="connsiteX4" fmla="*/ 56454 w 361254"/>
                <a:gd name="connsiteY4" fmla="*/ 77304 h 255104"/>
                <a:gd name="connsiteX5" fmla="*/ 1421 w 361254"/>
                <a:gd name="connsiteY5" fmla="*/ 98470 h 255104"/>
                <a:gd name="connsiteX6" fmla="*/ 119954 w 361254"/>
                <a:gd name="connsiteY6" fmla="*/ 13804 h 255104"/>
                <a:gd name="connsiteX7" fmla="*/ 361254 w 361254"/>
                <a:gd name="connsiteY7" fmla="*/ 1104 h 255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1254" h="255104">
                  <a:moveTo>
                    <a:pt x="272354" y="255104"/>
                  </a:moveTo>
                  <a:cubicBezTo>
                    <a:pt x="276234" y="219473"/>
                    <a:pt x="280115" y="183843"/>
                    <a:pt x="259654" y="157737"/>
                  </a:cubicBezTo>
                  <a:cubicBezTo>
                    <a:pt x="239193" y="131631"/>
                    <a:pt x="178516" y="107642"/>
                    <a:pt x="149588" y="98470"/>
                  </a:cubicBezTo>
                  <a:cubicBezTo>
                    <a:pt x="120660" y="89298"/>
                    <a:pt x="101610" y="106232"/>
                    <a:pt x="86088" y="102704"/>
                  </a:cubicBezTo>
                  <a:cubicBezTo>
                    <a:pt x="70566" y="99176"/>
                    <a:pt x="70565" y="78010"/>
                    <a:pt x="56454" y="77304"/>
                  </a:cubicBezTo>
                  <a:cubicBezTo>
                    <a:pt x="42343" y="76598"/>
                    <a:pt x="-9162" y="109053"/>
                    <a:pt x="1421" y="98470"/>
                  </a:cubicBezTo>
                  <a:cubicBezTo>
                    <a:pt x="12004" y="87887"/>
                    <a:pt x="59982" y="30032"/>
                    <a:pt x="119954" y="13804"/>
                  </a:cubicBezTo>
                  <a:cubicBezTo>
                    <a:pt x="179926" y="-2424"/>
                    <a:pt x="270590" y="-660"/>
                    <a:pt x="361254" y="1104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6F3ABA3D-3C69-C684-FD23-F977C46FC0F6}"/>
                </a:ext>
              </a:extLst>
            </p:cNvPr>
            <p:cNvSpPr/>
            <p:nvPr/>
          </p:nvSpPr>
          <p:spPr>
            <a:xfrm flipH="1">
              <a:off x="4807801" y="826064"/>
              <a:ext cx="274453" cy="659803"/>
            </a:xfrm>
            <a:custGeom>
              <a:avLst/>
              <a:gdLst>
                <a:gd name="connsiteX0" fmla="*/ 305658 w 575038"/>
                <a:gd name="connsiteY0" fmla="*/ 21482 h 1382429"/>
                <a:gd name="connsiteX1" fmla="*/ 462291 w 575038"/>
                <a:gd name="connsiteY1" fmla="*/ 8782 h 1382429"/>
                <a:gd name="connsiteX2" fmla="*/ 572358 w 575038"/>
                <a:gd name="connsiteY2" fmla="*/ 135782 h 1382429"/>
                <a:gd name="connsiteX3" fmla="*/ 534258 w 575038"/>
                <a:gd name="connsiteY3" fmla="*/ 372849 h 1382429"/>
                <a:gd name="connsiteX4" fmla="*/ 458058 w 575038"/>
                <a:gd name="connsiteY4" fmla="*/ 491382 h 1382429"/>
                <a:gd name="connsiteX5" fmla="*/ 424191 w 575038"/>
                <a:gd name="connsiteY5" fmla="*/ 1050182 h 1382429"/>
                <a:gd name="connsiteX6" fmla="*/ 326824 w 575038"/>
                <a:gd name="connsiteY6" fmla="*/ 1329582 h 1382429"/>
                <a:gd name="connsiteX7" fmla="*/ 119391 w 575038"/>
                <a:gd name="connsiteY7" fmla="*/ 1367682 h 1382429"/>
                <a:gd name="connsiteX8" fmla="*/ 858 w 575038"/>
                <a:gd name="connsiteY8" fmla="*/ 1156015 h 1382429"/>
                <a:gd name="connsiteX9" fmla="*/ 68591 w 575038"/>
                <a:gd name="connsiteY9" fmla="*/ 1122149 h 1382429"/>
                <a:gd name="connsiteX10" fmla="*/ 119391 w 575038"/>
                <a:gd name="connsiteY10" fmla="*/ 1244915 h 1382429"/>
                <a:gd name="connsiteX11" fmla="*/ 237924 w 575038"/>
                <a:gd name="connsiteY11" fmla="*/ 1283015 h 1382429"/>
                <a:gd name="connsiteX12" fmla="*/ 297191 w 575038"/>
                <a:gd name="connsiteY12" fmla="*/ 1164482 h 1382429"/>
                <a:gd name="connsiteX13" fmla="*/ 356458 w 575038"/>
                <a:gd name="connsiteY13" fmla="*/ 504082 h 1382429"/>
                <a:gd name="connsiteX14" fmla="*/ 360691 w 575038"/>
                <a:gd name="connsiteY14" fmla="*/ 419415 h 1382429"/>
                <a:gd name="connsiteX15" fmla="*/ 445358 w 575038"/>
                <a:gd name="connsiteY15" fmla="*/ 334749 h 1382429"/>
                <a:gd name="connsiteX16" fmla="*/ 491924 w 575038"/>
                <a:gd name="connsiteY16" fmla="*/ 233149 h 1382429"/>
                <a:gd name="connsiteX17" fmla="*/ 474991 w 575038"/>
                <a:gd name="connsiteY17" fmla="*/ 135782 h 1382429"/>
                <a:gd name="connsiteX18" fmla="*/ 407258 w 575038"/>
                <a:gd name="connsiteY18" fmla="*/ 93449 h 1382429"/>
                <a:gd name="connsiteX19" fmla="*/ 339524 w 575038"/>
                <a:gd name="connsiteY19" fmla="*/ 106149 h 1382429"/>
                <a:gd name="connsiteX20" fmla="*/ 305658 w 575038"/>
                <a:gd name="connsiteY20" fmla="*/ 21482 h 1382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75038" h="1382429">
                  <a:moveTo>
                    <a:pt x="305658" y="21482"/>
                  </a:moveTo>
                  <a:cubicBezTo>
                    <a:pt x="326119" y="5254"/>
                    <a:pt x="417841" y="-10268"/>
                    <a:pt x="462291" y="8782"/>
                  </a:cubicBezTo>
                  <a:cubicBezTo>
                    <a:pt x="506741" y="27832"/>
                    <a:pt x="560364" y="75104"/>
                    <a:pt x="572358" y="135782"/>
                  </a:cubicBezTo>
                  <a:cubicBezTo>
                    <a:pt x="584352" y="196460"/>
                    <a:pt x="553308" y="313582"/>
                    <a:pt x="534258" y="372849"/>
                  </a:cubicBezTo>
                  <a:cubicBezTo>
                    <a:pt x="515208" y="432116"/>
                    <a:pt x="476402" y="378493"/>
                    <a:pt x="458058" y="491382"/>
                  </a:cubicBezTo>
                  <a:cubicBezTo>
                    <a:pt x="439714" y="604271"/>
                    <a:pt x="446063" y="910482"/>
                    <a:pt x="424191" y="1050182"/>
                  </a:cubicBezTo>
                  <a:cubicBezTo>
                    <a:pt x="402319" y="1189882"/>
                    <a:pt x="377624" y="1276665"/>
                    <a:pt x="326824" y="1329582"/>
                  </a:cubicBezTo>
                  <a:cubicBezTo>
                    <a:pt x="276024" y="1382499"/>
                    <a:pt x="173719" y="1396610"/>
                    <a:pt x="119391" y="1367682"/>
                  </a:cubicBezTo>
                  <a:cubicBezTo>
                    <a:pt x="65063" y="1338754"/>
                    <a:pt x="9325" y="1196937"/>
                    <a:pt x="858" y="1156015"/>
                  </a:cubicBezTo>
                  <a:cubicBezTo>
                    <a:pt x="-7609" y="1115093"/>
                    <a:pt x="48835" y="1107332"/>
                    <a:pt x="68591" y="1122149"/>
                  </a:cubicBezTo>
                  <a:cubicBezTo>
                    <a:pt x="88346" y="1136966"/>
                    <a:pt x="91169" y="1218104"/>
                    <a:pt x="119391" y="1244915"/>
                  </a:cubicBezTo>
                  <a:cubicBezTo>
                    <a:pt x="147613" y="1271726"/>
                    <a:pt x="208291" y="1296420"/>
                    <a:pt x="237924" y="1283015"/>
                  </a:cubicBezTo>
                  <a:cubicBezTo>
                    <a:pt x="267557" y="1269610"/>
                    <a:pt x="277435" y="1294304"/>
                    <a:pt x="297191" y="1164482"/>
                  </a:cubicBezTo>
                  <a:cubicBezTo>
                    <a:pt x="316947" y="1034660"/>
                    <a:pt x="345875" y="628260"/>
                    <a:pt x="356458" y="504082"/>
                  </a:cubicBezTo>
                  <a:cubicBezTo>
                    <a:pt x="367041" y="379904"/>
                    <a:pt x="345874" y="447637"/>
                    <a:pt x="360691" y="419415"/>
                  </a:cubicBezTo>
                  <a:cubicBezTo>
                    <a:pt x="375508" y="391193"/>
                    <a:pt x="423486" y="365793"/>
                    <a:pt x="445358" y="334749"/>
                  </a:cubicBezTo>
                  <a:cubicBezTo>
                    <a:pt x="467230" y="303705"/>
                    <a:pt x="486985" y="266310"/>
                    <a:pt x="491924" y="233149"/>
                  </a:cubicBezTo>
                  <a:cubicBezTo>
                    <a:pt x="496863" y="199988"/>
                    <a:pt x="489102" y="159065"/>
                    <a:pt x="474991" y="135782"/>
                  </a:cubicBezTo>
                  <a:cubicBezTo>
                    <a:pt x="460880" y="112499"/>
                    <a:pt x="429836" y="98388"/>
                    <a:pt x="407258" y="93449"/>
                  </a:cubicBezTo>
                  <a:cubicBezTo>
                    <a:pt x="384680" y="88510"/>
                    <a:pt x="355752" y="118849"/>
                    <a:pt x="339524" y="106149"/>
                  </a:cubicBezTo>
                  <a:cubicBezTo>
                    <a:pt x="323296" y="93449"/>
                    <a:pt x="285197" y="37710"/>
                    <a:pt x="305658" y="21482"/>
                  </a:cubicBezTo>
                  <a:close/>
                </a:path>
              </a:pathLst>
            </a:cu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BAD704F0-8CA9-0237-93AB-686EF4BABF81}"/>
                </a:ext>
              </a:extLst>
            </p:cNvPr>
            <p:cNvSpPr/>
            <p:nvPr/>
          </p:nvSpPr>
          <p:spPr>
            <a:xfrm flipH="1">
              <a:off x="4721142" y="1061631"/>
              <a:ext cx="148552" cy="446018"/>
            </a:xfrm>
            <a:custGeom>
              <a:avLst/>
              <a:gdLst>
                <a:gd name="connsiteX0" fmla="*/ 33866 w 311249"/>
                <a:gd name="connsiteY0" fmla="*/ 6285 h 934503"/>
                <a:gd name="connsiteX1" fmla="*/ 63500 w 311249"/>
                <a:gd name="connsiteY1" fmla="*/ 65551 h 934503"/>
                <a:gd name="connsiteX2" fmla="*/ 143933 w 311249"/>
                <a:gd name="connsiteY2" fmla="*/ 90951 h 934503"/>
                <a:gd name="connsiteX3" fmla="*/ 203200 w 311249"/>
                <a:gd name="connsiteY3" fmla="*/ 65551 h 934503"/>
                <a:gd name="connsiteX4" fmla="*/ 241300 w 311249"/>
                <a:gd name="connsiteY4" fmla="*/ 2051 h 934503"/>
                <a:gd name="connsiteX5" fmla="*/ 270933 w 311249"/>
                <a:gd name="connsiteY5" fmla="*/ 150218 h 934503"/>
                <a:gd name="connsiteX6" fmla="*/ 309033 w 311249"/>
                <a:gd name="connsiteY6" fmla="*/ 251818 h 934503"/>
                <a:gd name="connsiteX7" fmla="*/ 300566 w 311249"/>
                <a:gd name="connsiteY7" fmla="*/ 450785 h 934503"/>
                <a:gd name="connsiteX8" fmla="*/ 249766 w 311249"/>
                <a:gd name="connsiteY8" fmla="*/ 641285 h 934503"/>
                <a:gd name="connsiteX9" fmla="*/ 122766 w 311249"/>
                <a:gd name="connsiteY9" fmla="*/ 907985 h 934503"/>
                <a:gd name="connsiteX10" fmla="*/ 0 w 311249"/>
                <a:gd name="connsiteY10" fmla="*/ 924918 h 934503"/>
                <a:gd name="connsiteX11" fmla="*/ 0 w 311249"/>
                <a:gd name="connsiteY11" fmla="*/ 924918 h 934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1249" h="934503">
                  <a:moveTo>
                    <a:pt x="33866" y="6285"/>
                  </a:moveTo>
                  <a:cubicBezTo>
                    <a:pt x="39511" y="28862"/>
                    <a:pt x="45156" y="51440"/>
                    <a:pt x="63500" y="65551"/>
                  </a:cubicBezTo>
                  <a:cubicBezTo>
                    <a:pt x="81844" y="79662"/>
                    <a:pt x="120650" y="90951"/>
                    <a:pt x="143933" y="90951"/>
                  </a:cubicBezTo>
                  <a:cubicBezTo>
                    <a:pt x="167216" y="90951"/>
                    <a:pt x="186972" y="80368"/>
                    <a:pt x="203200" y="65551"/>
                  </a:cubicBezTo>
                  <a:cubicBezTo>
                    <a:pt x="219428" y="50734"/>
                    <a:pt x="230011" y="-12060"/>
                    <a:pt x="241300" y="2051"/>
                  </a:cubicBezTo>
                  <a:cubicBezTo>
                    <a:pt x="252589" y="16162"/>
                    <a:pt x="259644" y="108590"/>
                    <a:pt x="270933" y="150218"/>
                  </a:cubicBezTo>
                  <a:cubicBezTo>
                    <a:pt x="282222" y="191846"/>
                    <a:pt x="304094" y="201724"/>
                    <a:pt x="309033" y="251818"/>
                  </a:cubicBezTo>
                  <a:cubicBezTo>
                    <a:pt x="313972" y="301912"/>
                    <a:pt x="310444" y="385874"/>
                    <a:pt x="300566" y="450785"/>
                  </a:cubicBezTo>
                  <a:cubicBezTo>
                    <a:pt x="290688" y="515696"/>
                    <a:pt x="279399" y="565085"/>
                    <a:pt x="249766" y="641285"/>
                  </a:cubicBezTo>
                  <a:cubicBezTo>
                    <a:pt x="220133" y="717485"/>
                    <a:pt x="164394" y="860713"/>
                    <a:pt x="122766" y="907985"/>
                  </a:cubicBezTo>
                  <a:cubicBezTo>
                    <a:pt x="81138" y="955257"/>
                    <a:pt x="0" y="924918"/>
                    <a:pt x="0" y="924918"/>
                  </a:cubicBezTo>
                  <a:lnTo>
                    <a:pt x="0" y="924918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362F1799-FC25-2D59-FB8C-4C8A606FE3EA}"/>
                </a:ext>
              </a:extLst>
            </p:cNvPr>
            <p:cNvSpPr/>
            <p:nvPr/>
          </p:nvSpPr>
          <p:spPr>
            <a:xfrm flipH="1">
              <a:off x="4790820" y="1407864"/>
              <a:ext cx="167776" cy="111375"/>
            </a:xfrm>
            <a:custGeom>
              <a:avLst/>
              <a:gdLst>
                <a:gd name="connsiteX0" fmla="*/ 143933 w 351527"/>
                <a:gd name="connsiteY0" fmla="*/ 4754 h 233354"/>
                <a:gd name="connsiteX1" fmla="*/ 182033 w 351527"/>
                <a:gd name="connsiteY1" fmla="*/ 72487 h 233354"/>
                <a:gd name="connsiteX2" fmla="*/ 292100 w 351527"/>
                <a:gd name="connsiteY2" fmla="*/ 59787 h 233354"/>
                <a:gd name="connsiteX3" fmla="*/ 351367 w 351527"/>
                <a:gd name="connsiteY3" fmla="*/ 520 h 233354"/>
                <a:gd name="connsiteX4" fmla="*/ 304800 w 351527"/>
                <a:gd name="connsiteY4" fmla="*/ 97887 h 233354"/>
                <a:gd name="connsiteX5" fmla="*/ 173567 w 351527"/>
                <a:gd name="connsiteY5" fmla="*/ 123287 h 233354"/>
                <a:gd name="connsiteX6" fmla="*/ 122767 w 351527"/>
                <a:gd name="connsiteY6" fmla="*/ 102120 h 233354"/>
                <a:gd name="connsiteX7" fmla="*/ 97367 w 351527"/>
                <a:gd name="connsiteY7" fmla="*/ 135987 h 233354"/>
                <a:gd name="connsiteX8" fmla="*/ 169333 w 351527"/>
                <a:gd name="connsiteY8" fmla="*/ 220654 h 233354"/>
                <a:gd name="connsiteX9" fmla="*/ 76200 w 351527"/>
                <a:gd name="connsiteY9" fmla="*/ 174087 h 233354"/>
                <a:gd name="connsiteX10" fmla="*/ 0 w 351527"/>
                <a:gd name="connsiteY10" fmla="*/ 233354 h 233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51527" h="233354">
                  <a:moveTo>
                    <a:pt x="143933" y="4754"/>
                  </a:moveTo>
                  <a:cubicBezTo>
                    <a:pt x="150636" y="34034"/>
                    <a:pt x="157339" y="63315"/>
                    <a:pt x="182033" y="72487"/>
                  </a:cubicBezTo>
                  <a:cubicBezTo>
                    <a:pt x="206728" y="81659"/>
                    <a:pt x="263878" y="71782"/>
                    <a:pt x="292100" y="59787"/>
                  </a:cubicBezTo>
                  <a:cubicBezTo>
                    <a:pt x="320322" y="47793"/>
                    <a:pt x="349250" y="-5830"/>
                    <a:pt x="351367" y="520"/>
                  </a:cubicBezTo>
                  <a:cubicBezTo>
                    <a:pt x="353484" y="6870"/>
                    <a:pt x="334433" y="77426"/>
                    <a:pt x="304800" y="97887"/>
                  </a:cubicBezTo>
                  <a:cubicBezTo>
                    <a:pt x="275167" y="118348"/>
                    <a:pt x="203906" y="122582"/>
                    <a:pt x="173567" y="123287"/>
                  </a:cubicBezTo>
                  <a:cubicBezTo>
                    <a:pt x="143228" y="123992"/>
                    <a:pt x="135467" y="100003"/>
                    <a:pt x="122767" y="102120"/>
                  </a:cubicBezTo>
                  <a:cubicBezTo>
                    <a:pt x="110067" y="104237"/>
                    <a:pt x="89606" y="116231"/>
                    <a:pt x="97367" y="135987"/>
                  </a:cubicBezTo>
                  <a:cubicBezTo>
                    <a:pt x="105128" y="155743"/>
                    <a:pt x="172861" y="214304"/>
                    <a:pt x="169333" y="220654"/>
                  </a:cubicBezTo>
                  <a:cubicBezTo>
                    <a:pt x="165805" y="227004"/>
                    <a:pt x="104422" y="171970"/>
                    <a:pt x="76200" y="174087"/>
                  </a:cubicBezTo>
                  <a:cubicBezTo>
                    <a:pt x="47978" y="176204"/>
                    <a:pt x="23989" y="204779"/>
                    <a:pt x="0" y="233354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322A229C-5A6C-AF81-9065-411A2604875C}"/>
                </a:ext>
              </a:extLst>
            </p:cNvPr>
            <p:cNvSpPr/>
            <p:nvPr/>
          </p:nvSpPr>
          <p:spPr>
            <a:xfrm flipH="1">
              <a:off x="5077804" y="1476808"/>
              <a:ext cx="84860" cy="101024"/>
            </a:xfrm>
            <a:custGeom>
              <a:avLst/>
              <a:gdLst>
                <a:gd name="connsiteX0" fmla="*/ 177800 w 177800"/>
                <a:gd name="connsiteY0" fmla="*/ 0 h 211666"/>
                <a:gd name="connsiteX1" fmla="*/ 0 w 177800"/>
                <a:gd name="connsiteY1" fmla="*/ 211666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7800" h="211666">
                  <a:moveTo>
                    <a:pt x="177800" y="0"/>
                  </a:moveTo>
                  <a:lnTo>
                    <a:pt x="0" y="211666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C21F6871-362D-8B37-938F-6DF483EC3F66}"/>
                </a:ext>
              </a:extLst>
            </p:cNvPr>
            <p:cNvSpPr/>
            <p:nvPr/>
          </p:nvSpPr>
          <p:spPr>
            <a:xfrm flipH="1">
              <a:off x="5075783" y="1472767"/>
              <a:ext cx="123249" cy="80819"/>
            </a:xfrm>
            <a:custGeom>
              <a:avLst/>
              <a:gdLst>
                <a:gd name="connsiteX0" fmla="*/ 0 w 258234"/>
                <a:gd name="connsiteY0" fmla="*/ 169333 h 169333"/>
                <a:gd name="connsiteX1" fmla="*/ 258234 w 258234"/>
                <a:gd name="connsiteY1" fmla="*/ 0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234" h="169333">
                  <a:moveTo>
                    <a:pt x="0" y="169333"/>
                  </a:moveTo>
                  <a:lnTo>
                    <a:pt x="258234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ED097D4A-5F50-E02F-CEDD-642489E96A49}"/>
                </a:ext>
              </a:extLst>
            </p:cNvPr>
            <p:cNvSpPr/>
            <p:nvPr/>
          </p:nvSpPr>
          <p:spPr>
            <a:xfrm flipH="1">
              <a:off x="5091947" y="783059"/>
              <a:ext cx="321256" cy="37094"/>
            </a:xfrm>
            <a:custGeom>
              <a:avLst/>
              <a:gdLst>
                <a:gd name="connsiteX0" fmla="*/ 673100 w 673100"/>
                <a:gd name="connsiteY0" fmla="*/ 77719 h 77719"/>
                <a:gd name="connsiteX1" fmla="*/ 330200 w 673100"/>
                <a:gd name="connsiteY1" fmla="*/ 22686 h 77719"/>
                <a:gd name="connsiteX2" fmla="*/ 67733 w 673100"/>
                <a:gd name="connsiteY2" fmla="*/ 1519 h 77719"/>
                <a:gd name="connsiteX3" fmla="*/ 0 w 673100"/>
                <a:gd name="connsiteY3" fmla="*/ 60786 h 77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3100" h="77719">
                  <a:moveTo>
                    <a:pt x="673100" y="77719"/>
                  </a:moveTo>
                  <a:cubicBezTo>
                    <a:pt x="552097" y="56552"/>
                    <a:pt x="431095" y="35386"/>
                    <a:pt x="330200" y="22686"/>
                  </a:cubicBezTo>
                  <a:cubicBezTo>
                    <a:pt x="229305" y="9986"/>
                    <a:pt x="122766" y="-4831"/>
                    <a:pt x="67733" y="1519"/>
                  </a:cubicBezTo>
                  <a:cubicBezTo>
                    <a:pt x="12700" y="7869"/>
                    <a:pt x="6350" y="34327"/>
                    <a:pt x="0" y="60786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7EB9C80D-AC41-6565-E8EF-C9954FFF9E3E}"/>
                </a:ext>
              </a:extLst>
            </p:cNvPr>
            <p:cNvSpPr/>
            <p:nvPr/>
          </p:nvSpPr>
          <p:spPr>
            <a:xfrm flipH="1">
              <a:off x="5108111" y="851910"/>
              <a:ext cx="151536" cy="162209"/>
            </a:xfrm>
            <a:custGeom>
              <a:avLst/>
              <a:gdLst>
                <a:gd name="connsiteX0" fmla="*/ 317500 w 317500"/>
                <a:gd name="connsiteY0" fmla="*/ 5429 h 339862"/>
                <a:gd name="connsiteX1" fmla="*/ 186267 w 317500"/>
                <a:gd name="connsiteY1" fmla="*/ 9662 h 339862"/>
                <a:gd name="connsiteX2" fmla="*/ 76200 w 317500"/>
                <a:gd name="connsiteY2" fmla="*/ 94329 h 339862"/>
                <a:gd name="connsiteX3" fmla="*/ 0 w 317500"/>
                <a:gd name="connsiteY3" fmla="*/ 339862 h 339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0" h="339862">
                  <a:moveTo>
                    <a:pt x="317500" y="5429"/>
                  </a:moveTo>
                  <a:cubicBezTo>
                    <a:pt x="271992" y="137"/>
                    <a:pt x="226484" y="-5155"/>
                    <a:pt x="186267" y="9662"/>
                  </a:cubicBezTo>
                  <a:cubicBezTo>
                    <a:pt x="146050" y="24479"/>
                    <a:pt x="107244" y="39296"/>
                    <a:pt x="76200" y="94329"/>
                  </a:cubicBezTo>
                  <a:cubicBezTo>
                    <a:pt x="45156" y="149362"/>
                    <a:pt x="22578" y="244612"/>
                    <a:pt x="0" y="339862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5F09F62E-3B19-27B1-97FC-D180F9494FBC}"/>
                </a:ext>
              </a:extLst>
            </p:cNvPr>
            <p:cNvSpPr/>
            <p:nvPr/>
          </p:nvSpPr>
          <p:spPr>
            <a:xfrm flipH="1">
              <a:off x="5098009" y="816760"/>
              <a:ext cx="175908" cy="90287"/>
            </a:xfrm>
            <a:custGeom>
              <a:avLst/>
              <a:gdLst>
                <a:gd name="connsiteX0" fmla="*/ 368565 w 368565"/>
                <a:gd name="connsiteY0" fmla="*/ 11342 h 189170"/>
                <a:gd name="connsiteX1" fmla="*/ 241565 w 368565"/>
                <a:gd name="connsiteY1" fmla="*/ 32508 h 189170"/>
                <a:gd name="connsiteX2" fmla="*/ 144198 w 368565"/>
                <a:gd name="connsiteY2" fmla="*/ 2875 h 189170"/>
                <a:gd name="connsiteX3" fmla="*/ 8732 w 368565"/>
                <a:gd name="connsiteY3" fmla="*/ 117175 h 189170"/>
                <a:gd name="connsiteX4" fmla="*/ 12965 w 368565"/>
                <a:gd name="connsiteY4" fmla="*/ 184908 h 189170"/>
                <a:gd name="connsiteX5" fmla="*/ 8732 w 368565"/>
                <a:gd name="connsiteY5" fmla="*/ 176442 h 189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68565" h="189170">
                  <a:moveTo>
                    <a:pt x="368565" y="11342"/>
                  </a:moveTo>
                  <a:cubicBezTo>
                    <a:pt x="323762" y="22630"/>
                    <a:pt x="278959" y="33919"/>
                    <a:pt x="241565" y="32508"/>
                  </a:cubicBezTo>
                  <a:cubicBezTo>
                    <a:pt x="204170" y="31097"/>
                    <a:pt x="183003" y="-11236"/>
                    <a:pt x="144198" y="2875"/>
                  </a:cubicBezTo>
                  <a:cubicBezTo>
                    <a:pt x="105393" y="16986"/>
                    <a:pt x="30604" y="86836"/>
                    <a:pt x="8732" y="117175"/>
                  </a:cubicBezTo>
                  <a:cubicBezTo>
                    <a:pt x="-13140" y="147514"/>
                    <a:pt x="12965" y="184908"/>
                    <a:pt x="12965" y="184908"/>
                  </a:cubicBezTo>
                  <a:cubicBezTo>
                    <a:pt x="12965" y="194786"/>
                    <a:pt x="10848" y="185614"/>
                    <a:pt x="8732" y="176442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42808539-12C1-F047-C5AE-D3F3CB4B69E1}"/>
                </a:ext>
              </a:extLst>
            </p:cNvPr>
            <p:cNvSpPr/>
            <p:nvPr/>
          </p:nvSpPr>
          <p:spPr>
            <a:xfrm flipH="1">
              <a:off x="5164684" y="801968"/>
              <a:ext cx="214170" cy="40410"/>
            </a:xfrm>
            <a:custGeom>
              <a:avLst/>
              <a:gdLst>
                <a:gd name="connsiteX0" fmla="*/ 0 w 448733"/>
                <a:gd name="connsiteY0" fmla="*/ 84667 h 84667"/>
                <a:gd name="connsiteX1" fmla="*/ 55033 w 448733"/>
                <a:gd name="connsiteY1" fmla="*/ 38100 h 84667"/>
                <a:gd name="connsiteX2" fmla="*/ 232833 w 448733"/>
                <a:gd name="connsiteY2" fmla="*/ 0 h 84667"/>
                <a:gd name="connsiteX3" fmla="*/ 351366 w 448733"/>
                <a:gd name="connsiteY3" fmla="*/ 38100 h 84667"/>
                <a:gd name="connsiteX4" fmla="*/ 448733 w 448733"/>
                <a:gd name="connsiteY4" fmla="*/ 16934 h 84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8733" h="84667">
                  <a:moveTo>
                    <a:pt x="0" y="84667"/>
                  </a:moveTo>
                  <a:cubicBezTo>
                    <a:pt x="8114" y="68439"/>
                    <a:pt x="16228" y="52211"/>
                    <a:pt x="55033" y="38100"/>
                  </a:cubicBezTo>
                  <a:cubicBezTo>
                    <a:pt x="93838" y="23989"/>
                    <a:pt x="183444" y="0"/>
                    <a:pt x="232833" y="0"/>
                  </a:cubicBezTo>
                  <a:cubicBezTo>
                    <a:pt x="282222" y="0"/>
                    <a:pt x="315383" y="35278"/>
                    <a:pt x="351366" y="38100"/>
                  </a:cubicBezTo>
                  <a:cubicBezTo>
                    <a:pt x="387349" y="40922"/>
                    <a:pt x="418041" y="28928"/>
                    <a:pt x="448733" y="16934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8B334074-3714-4D81-6426-41BDCDF943D3}"/>
                </a:ext>
              </a:extLst>
            </p:cNvPr>
            <p:cNvSpPr/>
            <p:nvPr/>
          </p:nvSpPr>
          <p:spPr>
            <a:xfrm flipH="1">
              <a:off x="5176807" y="874706"/>
              <a:ext cx="20754" cy="105325"/>
            </a:xfrm>
            <a:custGeom>
              <a:avLst/>
              <a:gdLst>
                <a:gd name="connsiteX0" fmla="*/ 1152 w 43485"/>
                <a:gd name="connsiteY0" fmla="*/ 0 h 220678"/>
                <a:gd name="connsiteX1" fmla="*/ 5385 w 43485"/>
                <a:gd name="connsiteY1" fmla="*/ 190500 h 220678"/>
                <a:gd name="connsiteX2" fmla="*/ 43485 w 43485"/>
                <a:gd name="connsiteY2" fmla="*/ 220134 h 220678"/>
                <a:gd name="connsiteX3" fmla="*/ 43485 w 43485"/>
                <a:gd name="connsiteY3" fmla="*/ 220134 h 220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485" h="220678">
                  <a:moveTo>
                    <a:pt x="1152" y="0"/>
                  </a:moveTo>
                  <a:cubicBezTo>
                    <a:pt x="-260" y="76905"/>
                    <a:pt x="-1671" y="153811"/>
                    <a:pt x="5385" y="190500"/>
                  </a:cubicBezTo>
                  <a:cubicBezTo>
                    <a:pt x="12441" y="227189"/>
                    <a:pt x="43485" y="220134"/>
                    <a:pt x="43485" y="220134"/>
                  </a:cubicBezTo>
                  <a:lnTo>
                    <a:pt x="43485" y="220134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79862163-A304-73A2-602A-97CFF996B2AC}"/>
                </a:ext>
              </a:extLst>
            </p:cNvPr>
            <p:cNvSpPr/>
            <p:nvPr/>
          </p:nvSpPr>
          <p:spPr>
            <a:xfrm flipH="1">
              <a:off x="5261667" y="803989"/>
              <a:ext cx="79108" cy="80819"/>
            </a:xfrm>
            <a:custGeom>
              <a:avLst/>
              <a:gdLst>
                <a:gd name="connsiteX0" fmla="*/ 165748 w 165748"/>
                <a:gd name="connsiteY0" fmla="*/ 0 h 169333"/>
                <a:gd name="connsiteX1" fmla="*/ 13348 w 165748"/>
                <a:gd name="connsiteY1" fmla="*/ 122766 h 169333"/>
                <a:gd name="connsiteX2" fmla="*/ 17581 w 165748"/>
                <a:gd name="connsiteY2" fmla="*/ 169333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5748" h="169333">
                  <a:moveTo>
                    <a:pt x="165748" y="0"/>
                  </a:moveTo>
                  <a:cubicBezTo>
                    <a:pt x="101895" y="47272"/>
                    <a:pt x="38042" y="94544"/>
                    <a:pt x="13348" y="122766"/>
                  </a:cubicBezTo>
                  <a:cubicBezTo>
                    <a:pt x="-11347" y="150988"/>
                    <a:pt x="3117" y="160160"/>
                    <a:pt x="17581" y="169333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BD12D8B4-17D4-ECB5-92B0-9FD414C58AAA}"/>
                </a:ext>
              </a:extLst>
            </p:cNvPr>
            <p:cNvSpPr/>
            <p:nvPr/>
          </p:nvSpPr>
          <p:spPr>
            <a:xfrm flipH="1">
              <a:off x="5168725" y="830179"/>
              <a:ext cx="133351" cy="161714"/>
            </a:xfrm>
            <a:custGeom>
              <a:avLst/>
              <a:gdLst>
                <a:gd name="connsiteX0" fmla="*/ 279400 w 279400"/>
                <a:gd name="connsiteY0" fmla="*/ 4392 h 338826"/>
                <a:gd name="connsiteX1" fmla="*/ 177800 w 279400"/>
                <a:gd name="connsiteY1" fmla="*/ 46726 h 338826"/>
                <a:gd name="connsiteX2" fmla="*/ 0 w 279400"/>
                <a:gd name="connsiteY2" fmla="*/ 338826 h 338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9400" h="338826">
                  <a:moveTo>
                    <a:pt x="279400" y="4392"/>
                  </a:moveTo>
                  <a:cubicBezTo>
                    <a:pt x="251883" y="-2311"/>
                    <a:pt x="224367" y="-9013"/>
                    <a:pt x="177800" y="46726"/>
                  </a:cubicBezTo>
                  <a:cubicBezTo>
                    <a:pt x="131233" y="102465"/>
                    <a:pt x="65616" y="220645"/>
                    <a:pt x="0" y="338826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72E970FC-0874-F029-ACB9-B5DCE8F0DA0B}"/>
                </a:ext>
              </a:extLst>
            </p:cNvPr>
            <p:cNvSpPr/>
            <p:nvPr/>
          </p:nvSpPr>
          <p:spPr>
            <a:xfrm flipH="1">
              <a:off x="5225299" y="902993"/>
              <a:ext cx="2020" cy="107085"/>
            </a:xfrm>
            <a:custGeom>
              <a:avLst/>
              <a:gdLst>
                <a:gd name="connsiteX0" fmla="*/ 0 w 4233"/>
                <a:gd name="connsiteY0" fmla="*/ 0 h 224367"/>
                <a:gd name="connsiteX1" fmla="*/ 4233 w 4233"/>
                <a:gd name="connsiteY1" fmla="*/ 224367 h 224367"/>
                <a:gd name="connsiteX2" fmla="*/ 4233 w 4233"/>
                <a:gd name="connsiteY2" fmla="*/ 224367 h 224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33" h="224367">
                  <a:moveTo>
                    <a:pt x="0" y="0"/>
                  </a:moveTo>
                  <a:lnTo>
                    <a:pt x="4233" y="224367"/>
                  </a:lnTo>
                  <a:lnTo>
                    <a:pt x="4233" y="224367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CC409F32-6166-7871-FACB-509B2CA9F833}"/>
                </a:ext>
              </a:extLst>
            </p:cNvPr>
            <p:cNvSpPr/>
            <p:nvPr/>
          </p:nvSpPr>
          <p:spPr>
            <a:xfrm flipH="1">
              <a:off x="5160643" y="836317"/>
              <a:ext cx="10103" cy="94963"/>
            </a:xfrm>
            <a:custGeom>
              <a:avLst/>
              <a:gdLst>
                <a:gd name="connsiteX0" fmla="*/ 0 w 21167"/>
                <a:gd name="connsiteY0" fmla="*/ 0 h 198967"/>
                <a:gd name="connsiteX1" fmla="*/ 21167 w 21167"/>
                <a:gd name="connsiteY1" fmla="*/ 198967 h 198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1167" h="198967">
                  <a:moveTo>
                    <a:pt x="0" y="0"/>
                  </a:moveTo>
                  <a:lnTo>
                    <a:pt x="21167" y="198967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77940E38-1132-6AFE-7D64-C4F6B79F757A}"/>
                </a:ext>
              </a:extLst>
            </p:cNvPr>
            <p:cNvSpPr/>
            <p:nvPr/>
          </p:nvSpPr>
          <p:spPr>
            <a:xfrm flipH="1">
              <a:off x="5098278" y="799948"/>
              <a:ext cx="147225" cy="36544"/>
            </a:xfrm>
            <a:custGeom>
              <a:avLst/>
              <a:gdLst>
                <a:gd name="connsiteX0" fmla="*/ 0 w 308469"/>
                <a:gd name="connsiteY0" fmla="*/ 0 h 76567"/>
                <a:gd name="connsiteX1" fmla="*/ 50800 w 308469"/>
                <a:gd name="connsiteY1" fmla="*/ 8467 h 76567"/>
                <a:gd name="connsiteX2" fmla="*/ 84666 w 308469"/>
                <a:gd name="connsiteY2" fmla="*/ 21167 h 76567"/>
                <a:gd name="connsiteX3" fmla="*/ 287866 w 308469"/>
                <a:gd name="connsiteY3" fmla="*/ 50800 h 76567"/>
                <a:gd name="connsiteX4" fmla="*/ 296333 w 308469"/>
                <a:gd name="connsiteY4" fmla="*/ 76200 h 76567"/>
                <a:gd name="connsiteX5" fmla="*/ 241300 w 308469"/>
                <a:gd name="connsiteY5" fmla="*/ 63500 h 76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8469" h="76567">
                  <a:moveTo>
                    <a:pt x="0" y="0"/>
                  </a:moveTo>
                  <a:cubicBezTo>
                    <a:pt x="18344" y="2469"/>
                    <a:pt x="36689" y="4939"/>
                    <a:pt x="50800" y="8467"/>
                  </a:cubicBezTo>
                  <a:cubicBezTo>
                    <a:pt x="64911" y="11995"/>
                    <a:pt x="45155" y="14112"/>
                    <a:pt x="84666" y="21167"/>
                  </a:cubicBezTo>
                  <a:cubicBezTo>
                    <a:pt x="124177" y="28222"/>
                    <a:pt x="252588" y="41628"/>
                    <a:pt x="287866" y="50800"/>
                  </a:cubicBezTo>
                  <a:cubicBezTo>
                    <a:pt x="323144" y="59972"/>
                    <a:pt x="304094" y="74083"/>
                    <a:pt x="296333" y="76200"/>
                  </a:cubicBezTo>
                  <a:cubicBezTo>
                    <a:pt x="288572" y="78317"/>
                    <a:pt x="264936" y="70908"/>
                    <a:pt x="241300" y="6350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2F7391EA-A9BC-B980-05AF-908DF7F61C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6077" y="830179"/>
              <a:ext cx="116177" cy="5462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968BB65-468B-73D7-1E66-E6A9EA1F17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99005" y="866586"/>
              <a:ext cx="108504" cy="6413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57DB669D-6387-79CF-1A8C-A1F4474180A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61326" y="887875"/>
              <a:ext cx="31074" cy="3949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61CBA94F-D331-8B6A-C334-701066B8AAD7}"/>
                </a:ext>
              </a:extLst>
            </p:cNvPr>
            <p:cNvSpPr/>
            <p:nvPr/>
          </p:nvSpPr>
          <p:spPr>
            <a:xfrm flipH="1">
              <a:off x="5019198" y="796624"/>
              <a:ext cx="36969" cy="32327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127C3F4-ABBF-56B2-0E58-B433087973D1}"/>
              </a:ext>
            </a:extLst>
          </p:cNvPr>
          <p:cNvGrpSpPr/>
          <p:nvPr/>
        </p:nvGrpSpPr>
        <p:grpSpPr>
          <a:xfrm flipH="1">
            <a:off x="4733338" y="5226206"/>
            <a:ext cx="714143" cy="804641"/>
            <a:chOff x="8890000" y="4287338"/>
            <a:chExt cx="1496283" cy="1685895"/>
          </a:xfrm>
        </p:grpSpPr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B9AFD513-0D73-2C2D-05EA-B1735475748D}"/>
                </a:ext>
              </a:extLst>
            </p:cNvPr>
            <p:cNvSpPr/>
            <p:nvPr/>
          </p:nvSpPr>
          <p:spPr>
            <a:xfrm>
              <a:off x="9306125" y="4287338"/>
              <a:ext cx="1080158" cy="1635809"/>
            </a:xfrm>
            <a:custGeom>
              <a:avLst/>
              <a:gdLst>
                <a:gd name="connsiteX0" fmla="*/ 269675 w 1080158"/>
                <a:gd name="connsiteY0" fmla="*/ 98395 h 1635809"/>
                <a:gd name="connsiteX1" fmla="*/ 337408 w 1080158"/>
                <a:gd name="connsiteY1" fmla="*/ 22195 h 1635809"/>
                <a:gd name="connsiteX2" fmla="*/ 519442 w 1080158"/>
                <a:gd name="connsiteY2" fmla="*/ 1029 h 1635809"/>
                <a:gd name="connsiteX3" fmla="*/ 688775 w 1080158"/>
                <a:gd name="connsiteY3" fmla="*/ 47595 h 1635809"/>
                <a:gd name="connsiteX4" fmla="*/ 832708 w 1080158"/>
                <a:gd name="connsiteY4" fmla="*/ 136495 h 1635809"/>
                <a:gd name="connsiteX5" fmla="*/ 904675 w 1080158"/>
                <a:gd name="connsiteY5" fmla="*/ 216929 h 1635809"/>
                <a:gd name="connsiteX6" fmla="*/ 955475 w 1080158"/>
                <a:gd name="connsiteY6" fmla="*/ 314295 h 1635809"/>
                <a:gd name="connsiteX7" fmla="*/ 972408 w 1080158"/>
                <a:gd name="connsiteY7" fmla="*/ 424362 h 1635809"/>
                <a:gd name="connsiteX8" fmla="*/ 989342 w 1080158"/>
                <a:gd name="connsiteY8" fmla="*/ 504795 h 1635809"/>
                <a:gd name="connsiteX9" fmla="*/ 1006275 w 1080158"/>
                <a:gd name="connsiteY9" fmla="*/ 602162 h 1635809"/>
                <a:gd name="connsiteX10" fmla="*/ 1031675 w 1080158"/>
                <a:gd name="connsiteY10" fmla="*/ 682595 h 1635809"/>
                <a:gd name="connsiteX11" fmla="*/ 1057075 w 1080158"/>
                <a:gd name="connsiteY11" fmla="*/ 775729 h 1635809"/>
                <a:gd name="connsiteX12" fmla="*/ 1078242 w 1080158"/>
                <a:gd name="connsiteY12" fmla="*/ 868862 h 1635809"/>
                <a:gd name="connsiteX13" fmla="*/ 1006275 w 1080158"/>
                <a:gd name="connsiteY13" fmla="*/ 1249862 h 1635809"/>
                <a:gd name="connsiteX14" fmla="*/ 862342 w 1080158"/>
                <a:gd name="connsiteY14" fmla="*/ 1541962 h 1635809"/>
                <a:gd name="connsiteX15" fmla="*/ 845408 w 1080158"/>
                <a:gd name="connsiteY15" fmla="*/ 1635095 h 1635809"/>
                <a:gd name="connsiteX16" fmla="*/ 790375 w 1080158"/>
                <a:gd name="connsiteY16" fmla="*/ 1584295 h 1635809"/>
                <a:gd name="connsiteX17" fmla="*/ 557542 w 1080158"/>
                <a:gd name="connsiteY17" fmla="*/ 1571595 h 1635809"/>
                <a:gd name="connsiteX18" fmla="*/ 256975 w 1080158"/>
                <a:gd name="connsiteY18" fmla="*/ 1440362 h 1635809"/>
                <a:gd name="connsiteX19" fmla="*/ 66475 w 1080158"/>
                <a:gd name="connsiteY19" fmla="*/ 1156729 h 1635809"/>
                <a:gd name="connsiteX20" fmla="*/ 7208 w 1080158"/>
                <a:gd name="connsiteY20" fmla="*/ 898495 h 1635809"/>
                <a:gd name="connsiteX21" fmla="*/ 19908 w 1080158"/>
                <a:gd name="connsiteY21" fmla="*/ 593695 h 1635809"/>
                <a:gd name="connsiteX22" fmla="*/ 176542 w 1080158"/>
                <a:gd name="connsiteY22" fmla="*/ 356629 h 1635809"/>
                <a:gd name="connsiteX23" fmla="*/ 367042 w 1080158"/>
                <a:gd name="connsiteY23" fmla="*/ 322762 h 1635809"/>
                <a:gd name="connsiteX24" fmla="*/ 265442 w 1080158"/>
                <a:gd name="connsiteY24" fmla="*/ 271962 h 1635809"/>
                <a:gd name="connsiteX25" fmla="*/ 189242 w 1080158"/>
                <a:gd name="connsiteY25" fmla="*/ 288895 h 1635809"/>
                <a:gd name="connsiteX26" fmla="*/ 269675 w 1080158"/>
                <a:gd name="connsiteY26" fmla="*/ 98395 h 1635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080158" h="1635809">
                  <a:moveTo>
                    <a:pt x="269675" y="98395"/>
                  </a:moveTo>
                  <a:cubicBezTo>
                    <a:pt x="294369" y="53945"/>
                    <a:pt x="295780" y="38423"/>
                    <a:pt x="337408" y="22195"/>
                  </a:cubicBezTo>
                  <a:cubicBezTo>
                    <a:pt x="379036" y="5967"/>
                    <a:pt x="460881" y="-3204"/>
                    <a:pt x="519442" y="1029"/>
                  </a:cubicBezTo>
                  <a:cubicBezTo>
                    <a:pt x="578003" y="5262"/>
                    <a:pt x="636564" y="25017"/>
                    <a:pt x="688775" y="47595"/>
                  </a:cubicBezTo>
                  <a:cubicBezTo>
                    <a:pt x="740986" y="70173"/>
                    <a:pt x="796725" y="108273"/>
                    <a:pt x="832708" y="136495"/>
                  </a:cubicBezTo>
                  <a:cubicBezTo>
                    <a:pt x="868691" y="164717"/>
                    <a:pt x="884214" y="187296"/>
                    <a:pt x="904675" y="216929"/>
                  </a:cubicBezTo>
                  <a:cubicBezTo>
                    <a:pt x="925136" y="246562"/>
                    <a:pt x="944186" y="279723"/>
                    <a:pt x="955475" y="314295"/>
                  </a:cubicBezTo>
                  <a:cubicBezTo>
                    <a:pt x="966764" y="348867"/>
                    <a:pt x="966764" y="392612"/>
                    <a:pt x="972408" y="424362"/>
                  </a:cubicBezTo>
                  <a:cubicBezTo>
                    <a:pt x="978052" y="456112"/>
                    <a:pt x="983698" y="475162"/>
                    <a:pt x="989342" y="504795"/>
                  </a:cubicBezTo>
                  <a:cubicBezTo>
                    <a:pt x="994986" y="534428"/>
                    <a:pt x="999220" y="572529"/>
                    <a:pt x="1006275" y="602162"/>
                  </a:cubicBezTo>
                  <a:cubicBezTo>
                    <a:pt x="1013330" y="631795"/>
                    <a:pt x="1023208" y="653667"/>
                    <a:pt x="1031675" y="682595"/>
                  </a:cubicBezTo>
                  <a:cubicBezTo>
                    <a:pt x="1040142" y="711523"/>
                    <a:pt x="1049314" y="744685"/>
                    <a:pt x="1057075" y="775729"/>
                  </a:cubicBezTo>
                  <a:cubicBezTo>
                    <a:pt x="1064836" y="806773"/>
                    <a:pt x="1086709" y="789840"/>
                    <a:pt x="1078242" y="868862"/>
                  </a:cubicBezTo>
                  <a:cubicBezTo>
                    <a:pt x="1069775" y="947884"/>
                    <a:pt x="1042258" y="1137679"/>
                    <a:pt x="1006275" y="1249862"/>
                  </a:cubicBezTo>
                  <a:cubicBezTo>
                    <a:pt x="970292" y="1362045"/>
                    <a:pt x="889153" y="1477757"/>
                    <a:pt x="862342" y="1541962"/>
                  </a:cubicBezTo>
                  <a:cubicBezTo>
                    <a:pt x="835531" y="1606167"/>
                    <a:pt x="857402" y="1628040"/>
                    <a:pt x="845408" y="1635095"/>
                  </a:cubicBezTo>
                  <a:cubicBezTo>
                    <a:pt x="833414" y="1642150"/>
                    <a:pt x="838353" y="1594878"/>
                    <a:pt x="790375" y="1584295"/>
                  </a:cubicBezTo>
                  <a:cubicBezTo>
                    <a:pt x="742397" y="1573712"/>
                    <a:pt x="646442" y="1595584"/>
                    <a:pt x="557542" y="1571595"/>
                  </a:cubicBezTo>
                  <a:cubicBezTo>
                    <a:pt x="468642" y="1547606"/>
                    <a:pt x="338820" y="1509506"/>
                    <a:pt x="256975" y="1440362"/>
                  </a:cubicBezTo>
                  <a:cubicBezTo>
                    <a:pt x="175130" y="1371218"/>
                    <a:pt x="108103" y="1247040"/>
                    <a:pt x="66475" y="1156729"/>
                  </a:cubicBezTo>
                  <a:cubicBezTo>
                    <a:pt x="24847" y="1066418"/>
                    <a:pt x="14969" y="992334"/>
                    <a:pt x="7208" y="898495"/>
                  </a:cubicBezTo>
                  <a:cubicBezTo>
                    <a:pt x="-553" y="804656"/>
                    <a:pt x="-8314" y="684006"/>
                    <a:pt x="19908" y="593695"/>
                  </a:cubicBezTo>
                  <a:cubicBezTo>
                    <a:pt x="48130" y="503384"/>
                    <a:pt x="118686" y="401784"/>
                    <a:pt x="176542" y="356629"/>
                  </a:cubicBezTo>
                  <a:cubicBezTo>
                    <a:pt x="234398" y="311474"/>
                    <a:pt x="352225" y="336873"/>
                    <a:pt x="367042" y="322762"/>
                  </a:cubicBezTo>
                  <a:cubicBezTo>
                    <a:pt x="381859" y="308651"/>
                    <a:pt x="295075" y="277606"/>
                    <a:pt x="265442" y="271962"/>
                  </a:cubicBezTo>
                  <a:cubicBezTo>
                    <a:pt x="235809" y="266318"/>
                    <a:pt x="192770" y="310767"/>
                    <a:pt x="189242" y="288895"/>
                  </a:cubicBezTo>
                  <a:cubicBezTo>
                    <a:pt x="185714" y="267023"/>
                    <a:pt x="244981" y="142845"/>
                    <a:pt x="269675" y="98395"/>
                  </a:cubicBez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B1406617-E5F8-D35B-A14C-8E41AC160574}"/>
                </a:ext>
              </a:extLst>
            </p:cNvPr>
            <p:cNvSpPr/>
            <p:nvPr/>
          </p:nvSpPr>
          <p:spPr>
            <a:xfrm>
              <a:off x="9605433" y="4315899"/>
              <a:ext cx="304800" cy="370401"/>
            </a:xfrm>
            <a:custGeom>
              <a:avLst/>
              <a:gdLst>
                <a:gd name="connsiteX0" fmla="*/ 0 w 304800"/>
                <a:gd name="connsiteY0" fmla="*/ 19034 h 370401"/>
                <a:gd name="connsiteX1" fmla="*/ 97367 w 304800"/>
                <a:gd name="connsiteY1" fmla="*/ 2101 h 370401"/>
                <a:gd name="connsiteX2" fmla="*/ 220134 w 304800"/>
                <a:gd name="connsiteY2" fmla="*/ 61368 h 370401"/>
                <a:gd name="connsiteX3" fmla="*/ 275167 w 304800"/>
                <a:gd name="connsiteY3" fmla="*/ 141801 h 370401"/>
                <a:gd name="connsiteX4" fmla="*/ 304800 w 304800"/>
                <a:gd name="connsiteY4" fmla="*/ 370401 h 370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0" h="370401">
                  <a:moveTo>
                    <a:pt x="0" y="19034"/>
                  </a:moveTo>
                  <a:cubicBezTo>
                    <a:pt x="30339" y="7039"/>
                    <a:pt x="60678" y="-4955"/>
                    <a:pt x="97367" y="2101"/>
                  </a:cubicBezTo>
                  <a:cubicBezTo>
                    <a:pt x="134056" y="9157"/>
                    <a:pt x="190501" y="38085"/>
                    <a:pt x="220134" y="61368"/>
                  </a:cubicBezTo>
                  <a:cubicBezTo>
                    <a:pt x="249767" y="84651"/>
                    <a:pt x="261056" y="90296"/>
                    <a:pt x="275167" y="141801"/>
                  </a:cubicBezTo>
                  <a:cubicBezTo>
                    <a:pt x="289278" y="193306"/>
                    <a:pt x="297039" y="281853"/>
                    <a:pt x="304800" y="370401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449C9B89-0726-6D01-88B6-FB1640888935}"/>
                </a:ext>
              </a:extLst>
            </p:cNvPr>
            <p:cNvSpPr/>
            <p:nvPr/>
          </p:nvSpPr>
          <p:spPr>
            <a:xfrm>
              <a:off x="9475451" y="4668428"/>
              <a:ext cx="396682" cy="794243"/>
            </a:xfrm>
            <a:custGeom>
              <a:avLst/>
              <a:gdLst>
                <a:gd name="connsiteX0" fmla="*/ 396682 w 396682"/>
                <a:gd name="connsiteY0" fmla="*/ 22105 h 794243"/>
                <a:gd name="connsiteX1" fmla="*/ 134216 w 396682"/>
                <a:gd name="connsiteY1" fmla="*/ 5172 h 794243"/>
                <a:gd name="connsiteX2" fmla="*/ 19916 w 396682"/>
                <a:gd name="connsiteY2" fmla="*/ 102539 h 794243"/>
                <a:gd name="connsiteX3" fmla="*/ 2982 w 396682"/>
                <a:gd name="connsiteY3" fmla="*/ 259172 h 794243"/>
                <a:gd name="connsiteX4" fmla="*/ 53782 w 396682"/>
                <a:gd name="connsiteY4" fmla="*/ 390405 h 794243"/>
                <a:gd name="connsiteX5" fmla="*/ 19916 w 396682"/>
                <a:gd name="connsiteY5" fmla="*/ 530105 h 794243"/>
                <a:gd name="connsiteX6" fmla="*/ 79182 w 396682"/>
                <a:gd name="connsiteY6" fmla="*/ 703672 h 794243"/>
                <a:gd name="connsiteX7" fmla="*/ 210416 w 396682"/>
                <a:gd name="connsiteY7" fmla="*/ 792572 h 794243"/>
                <a:gd name="connsiteX8" fmla="*/ 341649 w 396682"/>
                <a:gd name="connsiteY8" fmla="*/ 754472 h 794243"/>
                <a:gd name="connsiteX9" fmla="*/ 396682 w 396682"/>
                <a:gd name="connsiteY9" fmla="*/ 665572 h 794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6682" h="794243">
                  <a:moveTo>
                    <a:pt x="396682" y="22105"/>
                  </a:moveTo>
                  <a:cubicBezTo>
                    <a:pt x="296846" y="6935"/>
                    <a:pt x="197010" y="-8234"/>
                    <a:pt x="134216" y="5172"/>
                  </a:cubicBezTo>
                  <a:cubicBezTo>
                    <a:pt x="71422" y="18578"/>
                    <a:pt x="41788" y="60206"/>
                    <a:pt x="19916" y="102539"/>
                  </a:cubicBezTo>
                  <a:cubicBezTo>
                    <a:pt x="-1956" y="144872"/>
                    <a:pt x="-2662" y="211194"/>
                    <a:pt x="2982" y="259172"/>
                  </a:cubicBezTo>
                  <a:cubicBezTo>
                    <a:pt x="8626" y="307150"/>
                    <a:pt x="50960" y="345250"/>
                    <a:pt x="53782" y="390405"/>
                  </a:cubicBezTo>
                  <a:cubicBezTo>
                    <a:pt x="56604" y="435560"/>
                    <a:pt x="15683" y="477894"/>
                    <a:pt x="19916" y="530105"/>
                  </a:cubicBezTo>
                  <a:cubicBezTo>
                    <a:pt x="24149" y="582316"/>
                    <a:pt x="47432" y="659928"/>
                    <a:pt x="79182" y="703672"/>
                  </a:cubicBezTo>
                  <a:cubicBezTo>
                    <a:pt x="110932" y="747416"/>
                    <a:pt x="166671" y="784105"/>
                    <a:pt x="210416" y="792572"/>
                  </a:cubicBezTo>
                  <a:cubicBezTo>
                    <a:pt x="254161" y="801039"/>
                    <a:pt x="310605" y="775639"/>
                    <a:pt x="341649" y="754472"/>
                  </a:cubicBezTo>
                  <a:cubicBezTo>
                    <a:pt x="372693" y="733305"/>
                    <a:pt x="384687" y="699438"/>
                    <a:pt x="396682" y="665572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F73C889A-0E97-8C90-7E66-541AAE4AAB0E}"/>
                </a:ext>
              </a:extLst>
            </p:cNvPr>
            <p:cNvSpPr/>
            <p:nvPr/>
          </p:nvSpPr>
          <p:spPr>
            <a:xfrm>
              <a:off x="9307679" y="5468363"/>
              <a:ext cx="361254" cy="255104"/>
            </a:xfrm>
            <a:custGeom>
              <a:avLst/>
              <a:gdLst>
                <a:gd name="connsiteX0" fmla="*/ 272354 w 361254"/>
                <a:gd name="connsiteY0" fmla="*/ 255104 h 255104"/>
                <a:gd name="connsiteX1" fmla="*/ 259654 w 361254"/>
                <a:gd name="connsiteY1" fmla="*/ 157737 h 255104"/>
                <a:gd name="connsiteX2" fmla="*/ 149588 w 361254"/>
                <a:gd name="connsiteY2" fmla="*/ 98470 h 255104"/>
                <a:gd name="connsiteX3" fmla="*/ 86088 w 361254"/>
                <a:gd name="connsiteY3" fmla="*/ 102704 h 255104"/>
                <a:gd name="connsiteX4" fmla="*/ 56454 w 361254"/>
                <a:gd name="connsiteY4" fmla="*/ 77304 h 255104"/>
                <a:gd name="connsiteX5" fmla="*/ 1421 w 361254"/>
                <a:gd name="connsiteY5" fmla="*/ 98470 h 255104"/>
                <a:gd name="connsiteX6" fmla="*/ 119954 w 361254"/>
                <a:gd name="connsiteY6" fmla="*/ 13804 h 255104"/>
                <a:gd name="connsiteX7" fmla="*/ 361254 w 361254"/>
                <a:gd name="connsiteY7" fmla="*/ 1104 h 255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1254" h="255104">
                  <a:moveTo>
                    <a:pt x="272354" y="255104"/>
                  </a:moveTo>
                  <a:cubicBezTo>
                    <a:pt x="276234" y="219473"/>
                    <a:pt x="280115" y="183843"/>
                    <a:pt x="259654" y="157737"/>
                  </a:cubicBezTo>
                  <a:cubicBezTo>
                    <a:pt x="239193" y="131631"/>
                    <a:pt x="178516" y="107642"/>
                    <a:pt x="149588" y="98470"/>
                  </a:cubicBezTo>
                  <a:cubicBezTo>
                    <a:pt x="120660" y="89298"/>
                    <a:pt x="101610" y="106232"/>
                    <a:pt x="86088" y="102704"/>
                  </a:cubicBezTo>
                  <a:cubicBezTo>
                    <a:pt x="70566" y="99176"/>
                    <a:pt x="70565" y="78010"/>
                    <a:pt x="56454" y="77304"/>
                  </a:cubicBezTo>
                  <a:cubicBezTo>
                    <a:pt x="42343" y="76598"/>
                    <a:pt x="-9162" y="109053"/>
                    <a:pt x="1421" y="98470"/>
                  </a:cubicBezTo>
                  <a:cubicBezTo>
                    <a:pt x="12004" y="87887"/>
                    <a:pt x="59982" y="30032"/>
                    <a:pt x="119954" y="13804"/>
                  </a:cubicBezTo>
                  <a:cubicBezTo>
                    <a:pt x="179926" y="-2424"/>
                    <a:pt x="270590" y="-660"/>
                    <a:pt x="361254" y="1104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CC8AAF5C-D7F3-7A14-FE0C-1838338572F2}"/>
                </a:ext>
              </a:extLst>
            </p:cNvPr>
            <p:cNvSpPr/>
            <p:nvPr/>
          </p:nvSpPr>
          <p:spPr>
            <a:xfrm>
              <a:off x="9583409" y="4398118"/>
              <a:ext cx="575038" cy="1382429"/>
            </a:xfrm>
            <a:custGeom>
              <a:avLst/>
              <a:gdLst>
                <a:gd name="connsiteX0" fmla="*/ 305658 w 575038"/>
                <a:gd name="connsiteY0" fmla="*/ 21482 h 1382429"/>
                <a:gd name="connsiteX1" fmla="*/ 462291 w 575038"/>
                <a:gd name="connsiteY1" fmla="*/ 8782 h 1382429"/>
                <a:gd name="connsiteX2" fmla="*/ 572358 w 575038"/>
                <a:gd name="connsiteY2" fmla="*/ 135782 h 1382429"/>
                <a:gd name="connsiteX3" fmla="*/ 534258 w 575038"/>
                <a:gd name="connsiteY3" fmla="*/ 372849 h 1382429"/>
                <a:gd name="connsiteX4" fmla="*/ 458058 w 575038"/>
                <a:gd name="connsiteY4" fmla="*/ 491382 h 1382429"/>
                <a:gd name="connsiteX5" fmla="*/ 424191 w 575038"/>
                <a:gd name="connsiteY5" fmla="*/ 1050182 h 1382429"/>
                <a:gd name="connsiteX6" fmla="*/ 326824 w 575038"/>
                <a:gd name="connsiteY6" fmla="*/ 1329582 h 1382429"/>
                <a:gd name="connsiteX7" fmla="*/ 119391 w 575038"/>
                <a:gd name="connsiteY7" fmla="*/ 1367682 h 1382429"/>
                <a:gd name="connsiteX8" fmla="*/ 858 w 575038"/>
                <a:gd name="connsiteY8" fmla="*/ 1156015 h 1382429"/>
                <a:gd name="connsiteX9" fmla="*/ 68591 w 575038"/>
                <a:gd name="connsiteY9" fmla="*/ 1122149 h 1382429"/>
                <a:gd name="connsiteX10" fmla="*/ 119391 w 575038"/>
                <a:gd name="connsiteY10" fmla="*/ 1244915 h 1382429"/>
                <a:gd name="connsiteX11" fmla="*/ 237924 w 575038"/>
                <a:gd name="connsiteY11" fmla="*/ 1283015 h 1382429"/>
                <a:gd name="connsiteX12" fmla="*/ 297191 w 575038"/>
                <a:gd name="connsiteY12" fmla="*/ 1164482 h 1382429"/>
                <a:gd name="connsiteX13" fmla="*/ 356458 w 575038"/>
                <a:gd name="connsiteY13" fmla="*/ 504082 h 1382429"/>
                <a:gd name="connsiteX14" fmla="*/ 360691 w 575038"/>
                <a:gd name="connsiteY14" fmla="*/ 419415 h 1382429"/>
                <a:gd name="connsiteX15" fmla="*/ 445358 w 575038"/>
                <a:gd name="connsiteY15" fmla="*/ 334749 h 1382429"/>
                <a:gd name="connsiteX16" fmla="*/ 491924 w 575038"/>
                <a:gd name="connsiteY16" fmla="*/ 233149 h 1382429"/>
                <a:gd name="connsiteX17" fmla="*/ 474991 w 575038"/>
                <a:gd name="connsiteY17" fmla="*/ 135782 h 1382429"/>
                <a:gd name="connsiteX18" fmla="*/ 407258 w 575038"/>
                <a:gd name="connsiteY18" fmla="*/ 93449 h 1382429"/>
                <a:gd name="connsiteX19" fmla="*/ 339524 w 575038"/>
                <a:gd name="connsiteY19" fmla="*/ 106149 h 1382429"/>
                <a:gd name="connsiteX20" fmla="*/ 305658 w 575038"/>
                <a:gd name="connsiteY20" fmla="*/ 21482 h 1382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75038" h="1382429">
                  <a:moveTo>
                    <a:pt x="305658" y="21482"/>
                  </a:moveTo>
                  <a:cubicBezTo>
                    <a:pt x="326119" y="5254"/>
                    <a:pt x="417841" y="-10268"/>
                    <a:pt x="462291" y="8782"/>
                  </a:cubicBezTo>
                  <a:cubicBezTo>
                    <a:pt x="506741" y="27832"/>
                    <a:pt x="560364" y="75104"/>
                    <a:pt x="572358" y="135782"/>
                  </a:cubicBezTo>
                  <a:cubicBezTo>
                    <a:pt x="584352" y="196460"/>
                    <a:pt x="553308" y="313582"/>
                    <a:pt x="534258" y="372849"/>
                  </a:cubicBezTo>
                  <a:cubicBezTo>
                    <a:pt x="515208" y="432116"/>
                    <a:pt x="476402" y="378493"/>
                    <a:pt x="458058" y="491382"/>
                  </a:cubicBezTo>
                  <a:cubicBezTo>
                    <a:pt x="439714" y="604271"/>
                    <a:pt x="446063" y="910482"/>
                    <a:pt x="424191" y="1050182"/>
                  </a:cubicBezTo>
                  <a:cubicBezTo>
                    <a:pt x="402319" y="1189882"/>
                    <a:pt x="377624" y="1276665"/>
                    <a:pt x="326824" y="1329582"/>
                  </a:cubicBezTo>
                  <a:cubicBezTo>
                    <a:pt x="276024" y="1382499"/>
                    <a:pt x="173719" y="1396610"/>
                    <a:pt x="119391" y="1367682"/>
                  </a:cubicBezTo>
                  <a:cubicBezTo>
                    <a:pt x="65063" y="1338754"/>
                    <a:pt x="9325" y="1196937"/>
                    <a:pt x="858" y="1156015"/>
                  </a:cubicBezTo>
                  <a:cubicBezTo>
                    <a:pt x="-7609" y="1115093"/>
                    <a:pt x="48835" y="1107332"/>
                    <a:pt x="68591" y="1122149"/>
                  </a:cubicBezTo>
                  <a:cubicBezTo>
                    <a:pt x="88346" y="1136966"/>
                    <a:pt x="91169" y="1218104"/>
                    <a:pt x="119391" y="1244915"/>
                  </a:cubicBezTo>
                  <a:cubicBezTo>
                    <a:pt x="147613" y="1271726"/>
                    <a:pt x="208291" y="1296420"/>
                    <a:pt x="237924" y="1283015"/>
                  </a:cubicBezTo>
                  <a:cubicBezTo>
                    <a:pt x="267557" y="1269610"/>
                    <a:pt x="277435" y="1294304"/>
                    <a:pt x="297191" y="1164482"/>
                  </a:cubicBezTo>
                  <a:cubicBezTo>
                    <a:pt x="316947" y="1034660"/>
                    <a:pt x="345875" y="628260"/>
                    <a:pt x="356458" y="504082"/>
                  </a:cubicBezTo>
                  <a:cubicBezTo>
                    <a:pt x="367041" y="379904"/>
                    <a:pt x="345874" y="447637"/>
                    <a:pt x="360691" y="419415"/>
                  </a:cubicBezTo>
                  <a:cubicBezTo>
                    <a:pt x="375508" y="391193"/>
                    <a:pt x="423486" y="365793"/>
                    <a:pt x="445358" y="334749"/>
                  </a:cubicBezTo>
                  <a:cubicBezTo>
                    <a:pt x="467230" y="303705"/>
                    <a:pt x="486985" y="266310"/>
                    <a:pt x="491924" y="233149"/>
                  </a:cubicBezTo>
                  <a:cubicBezTo>
                    <a:pt x="496863" y="199988"/>
                    <a:pt x="489102" y="159065"/>
                    <a:pt x="474991" y="135782"/>
                  </a:cubicBezTo>
                  <a:cubicBezTo>
                    <a:pt x="460880" y="112499"/>
                    <a:pt x="429836" y="98388"/>
                    <a:pt x="407258" y="93449"/>
                  </a:cubicBezTo>
                  <a:cubicBezTo>
                    <a:pt x="384680" y="88510"/>
                    <a:pt x="355752" y="118849"/>
                    <a:pt x="339524" y="106149"/>
                  </a:cubicBezTo>
                  <a:cubicBezTo>
                    <a:pt x="323296" y="93449"/>
                    <a:pt x="285197" y="37710"/>
                    <a:pt x="305658" y="21482"/>
                  </a:cubicBezTo>
                  <a:close/>
                </a:path>
              </a:pathLst>
            </a:cu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D469FC24-4112-AC34-A153-E3040D3FA5A7}"/>
                </a:ext>
              </a:extLst>
            </p:cNvPr>
            <p:cNvSpPr/>
            <p:nvPr/>
          </p:nvSpPr>
          <p:spPr>
            <a:xfrm>
              <a:off x="10028767" y="4891682"/>
              <a:ext cx="311249" cy="934503"/>
            </a:xfrm>
            <a:custGeom>
              <a:avLst/>
              <a:gdLst>
                <a:gd name="connsiteX0" fmla="*/ 33866 w 311249"/>
                <a:gd name="connsiteY0" fmla="*/ 6285 h 934503"/>
                <a:gd name="connsiteX1" fmla="*/ 63500 w 311249"/>
                <a:gd name="connsiteY1" fmla="*/ 65551 h 934503"/>
                <a:gd name="connsiteX2" fmla="*/ 143933 w 311249"/>
                <a:gd name="connsiteY2" fmla="*/ 90951 h 934503"/>
                <a:gd name="connsiteX3" fmla="*/ 203200 w 311249"/>
                <a:gd name="connsiteY3" fmla="*/ 65551 h 934503"/>
                <a:gd name="connsiteX4" fmla="*/ 241300 w 311249"/>
                <a:gd name="connsiteY4" fmla="*/ 2051 h 934503"/>
                <a:gd name="connsiteX5" fmla="*/ 270933 w 311249"/>
                <a:gd name="connsiteY5" fmla="*/ 150218 h 934503"/>
                <a:gd name="connsiteX6" fmla="*/ 309033 w 311249"/>
                <a:gd name="connsiteY6" fmla="*/ 251818 h 934503"/>
                <a:gd name="connsiteX7" fmla="*/ 300566 w 311249"/>
                <a:gd name="connsiteY7" fmla="*/ 450785 h 934503"/>
                <a:gd name="connsiteX8" fmla="*/ 249766 w 311249"/>
                <a:gd name="connsiteY8" fmla="*/ 641285 h 934503"/>
                <a:gd name="connsiteX9" fmla="*/ 122766 w 311249"/>
                <a:gd name="connsiteY9" fmla="*/ 907985 h 934503"/>
                <a:gd name="connsiteX10" fmla="*/ 0 w 311249"/>
                <a:gd name="connsiteY10" fmla="*/ 924918 h 934503"/>
                <a:gd name="connsiteX11" fmla="*/ 0 w 311249"/>
                <a:gd name="connsiteY11" fmla="*/ 924918 h 934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1249" h="934503">
                  <a:moveTo>
                    <a:pt x="33866" y="6285"/>
                  </a:moveTo>
                  <a:cubicBezTo>
                    <a:pt x="39511" y="28862"/>
                    <a:pt x="45156" y="51440"/>
                    <a:pt x="63500" y="65551"/>
                  </a:cubicBezTo>
                  <a:cubicBezTo>
                    <a:pt x="81844" y="79662"/>
                    <a:pt x="120650" y="90951"/>
                    <a:pt x="143933" y="90951"/>
                  </a:cubicBezTo>
                  <a:cubicBezTo>
                    <a:pt x="167216" y="90951"/>
                    <a:pt x="186972" y="80368"/>
                    <a:pt x="203200" y="65551"/>
                  </a:cubicBezTo>
                  <a:cubicBezTo>
                    <a:pt x="219428" y="50734"/>
                    <a:pt x="230011" y="-12060"/>
                    <a:pt x="241300" y="2051"/>
                  </a:cubicBezTo>
                  <a:cubicBezTo>
                    <a:pt x="252589" y="16162"/>
                    <a:pt x="259644" y="108590"/>
                    <a:pt x="270933" y="150218"/>
                  </a:cubicBezTo>
                  <a:cubicBezTo>
                    <a:pt x="282222" y="191846"/>
                    <a:pt x="304094" y="201724"/>
                    <a:pt x="309033" y="251818"/>
                  </a:cubicBezTo>
                  <a:cubicBezTo>
                    <a:pt x="313972" y="301912"/>
                    <a:pt x="310444" y="385874"/>
                    <a:pt x="300566" y="450785"/>
                  </a:cubicBezTo>
                  <a:cubicBezTo>
                    <a:pt x="290688" y="515696"/>
                    <a:pt x="279399" y="565085"/>
                    <a:pt x="249766" y="641285"/>
                  </a:cubicBezTo>
                  <a:cubicBezTo>
                    <a:pt x="220133" y="717485"/>
                    <a:pt x="164394" y="860713"/>
                    <a:pt x="122766" y="907985"/>
                  </a:cubicBezTo>
                  <a:cubicBezTo>
                    <a:pt x="81138" y="955257"/>
                    <a:pt x="0" y="924918"/>
                    <a:pt x="0" y="924918"/>
                  </a:cubicBezTo>
                  <a:lnTo>
                    <a:pt x="0" y="924918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59102AF0-2233-E837-5D3C-524B6FC3833E}"/>
                </a:ext>
              </a:extLst>
            </p:cNvPr>
            <p:cNvSpPr/>
            <p:nvPr/>
          </p:nvSpPr>
          <p:spPr>
            <a:xfrm>
              <a:off x="9842500" y="5617113"/>
              <a:ext cx="351527" cy="233354"/>
            </a:xfrm>
            <a:custGeom>
              <a:avLst/>
              <a:gdLst>
                <a:gd name="connsiteX0" fmla="*/ 143933 w 351527"/>
                <a:gd name="connsiteY0" fmla="*/ 4754 h 233354"/>
                <a:gd name="connsiteX1" fmla="*/ 182033 w 351527"/>
                <a:gd name="connsiteY1" fmla="*/ 72487 h 233354"/>
                <a:gd name="connsiteX2" fmla="*/ 292100 w 351527"/>
                <a:gd name="connsiteY2" fmla="*/ 59787 h 233354"/>
                <a:gd name="connsiteX3" fmla="*/ 351367 w 351527"/>
                <a:gd name="connsiteY3" fmla="*/ 520 h 233354"/>
                <a:gd name="connsiteX4" fmla="*/ 304800 w 351527"/>
                <a:gd name="connsiteY4" fmla="*/ 97887 h 233354"/>
                <a:gd name="connsiteX5" fmla="*/ 173567 w 351527"/>
                <a:gd name="connsiteY5" fmla="*/ 123287 h 233354"/>
                <a:gd name="connsiteX6" fmla="*/ 122767 w 351527"/>
                <a:gd name="connsiteY6" fmla="*/ 102120 h 233354"/>
                <a:gd name="connsiteX7" fmla="*/ 97367 w 351527"/>
                <a:gd name="connsiteY7" fmla="*/ 135987 h 233354"/>
                <a:gd name="connsiteX8" fmla="*/ 169333 w 351527"/>
                <a:gd name="connsiteY8" fmla="*/ 220654 h 233354"/>
                <a:gd name="connsiteX9" fmla="*/ 76200 w 351527"/>
                <a:gd name="connsiteY9" fmla="*/ 174087 h 233354"/>
                <a:gd name="connsiteX10" fmla="*/ 0 w 351527"/>
                <a:gd name="connsiteY10" fmla="*/ 233354 h 233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51527" h="233354">
                  <a:moveTo>
                    <a:pt x="143933" y="4754"/>
                  </a:moveTo>
                  <a:cubicBezTo>
                    <a:pt x="150636" y="34034"/>
                    <a:pt x="157339" y="63315"/>
                    <a:pt x="182033" y="72487"/>
                  </a:cubicBezTo>
                  <a:cubicBezTo>
                    <a:pt x="206728" y="81659"/>
                    <a:pt x="263878" y="71782"/>
                    <a:pt x="292100" y="59787"/>
                  </a:cubicBezTo>
                  <a:cubicBezTo>
                    <a:pt x="320322" y="47793"/>
                    <a:pt x="349250" y="-5830"/>
                    <a:pt x="351367" y="520"/>
                  </a:cubicBezTo>
                  <a:cubicBezTo>
                    <a:pt x="353484" y="6870"/>
                    <a:pt x="334433" y="77426"/>
                    <a:pt x="304800" y="97887"/>
                  </a:cubicBezTo>
                  <a:cubicBezTo>
                    <a:pt x="275167" y="118348"/>
                    <a:pt x="203906" y="122582"/>
                    <a:pt x="173567" y="123287"/>
                  </a:cubicBezTo>
                  <a:cubicBezTo>
                    <a:pt x="143228" y="123992"/>
                    <a:pt x="135467" y="100003"/>
                    <a:pt x="122767" y="102120"/>
                  </a:cubicBezTo>
                  <a:cubicBezTo>
                    <a:pt x="110067" y="104237"/>
                    <a:pt x="89606" y="116231"/>
                    <a:pt x="97367" y="135987"/>
                  </a:cubicBezTo>
                  <a:cubicBezTo>
                    <a:pt x="105128" y="155743"/>
                    <a:pt x="172861" y="214304"/>
                    <a:pt x="169333" y="220654"/>
                  </a:cubicBezTo>
                  <a:cubicBezTo>
                    <a:pt x="165805" y="227004"/>
                    <a:pt x="104422" y="171970"/>
                    <a:pt x="76200" y="174087"/>
                  </a:cubicBezTo>
                  <a:cubicBezTo>
                    <a:pt x="47978" y="176204"/>
                    <a:pt x="23989" y="204779"/>
                    <a:pt x="0" y="233354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7223726C-F960-0026-2827-D0BCD2B20F7F}"/>
                </a:ext>
              </a:extLst>
            </p:cNvPr>
            <p:cNvSpPr/>
            <p:nvPr/>
          </p:nvSpPr>
          <p:spPr>
            <a:xfrm>
              <a:off x="9414933" y="5761567"/>
              <a:ext cx="177800" cy="211666"/>
            </a:xfrm>
            <a:custGeom>
              <a:avLst/>
              <a:gdLst>
                <a:gd name="connsiteX0" fmla="*/ 177800 w 177800"/>
                <a:gd name="connsiteY0" fmla="*/ 0 h 211666"/>
                <a:gd name="connsiteX1" fmla="*/ 0 w 177800"/>
                <a:gd name="connsiteY1" fmla="*/ 211666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7800" h="211666">
                  <a:moveTo>
                    <a:pt x="177800" y="0"/>
                  </a:moveTo>
                  <a:lnTo>
                    <a:pt x="0" y="211666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345227E9-DC73-03C0-3CBA-C496A589364A}"/>
                </a:ext>
              </a:extLst>
            </p:cNvPr>
            <p:cNvSpPr/>
            <p:nvPr/>
          </p:nvSpPr>
          <p:spPr>
            <a:xfrm>
              <a:off x="9338733" y="5753100"/>
              <a:ext cx="258234" cy="169333"/>
            </a:xfrm>
            <a:custGeom>
              <a:avLst/>
              <a:gdLst>
                <a:gd name="connsiteX0" fmla="*/ 0 w 258234"/>
                <a:gd name="connsiteY0" fmla="*/ 169333 h 169333"/>
                <a:gd name="connsiteX1" fmla="*/ 258234 w 258234"/>
                <a:gd name="connsiteY1" fmla="*/ 0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234" h="169333">
                  <a:moveTo>
                    <a:pt x="0" y="169333"/>
                  </a:moveTo>
                  <a:lnTo>
                    <a:pt x="258234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11EF02D5-05C7-93BC-47C6-F6CC6A0D26BF}"/>
                </a:ext>
              </a:extLst>
            </p:cNvPr>
            <p:cNvSpPr/>
            <p:nvPr/>
          </p:nvSpPr>
          <p:spPr>
            <a:xfrm>
              <a:off x="8890000" y="4308014"/>
              <a:ext cx="673100" cy="77719"/>
            </a:xfrm>
            <a:custGeom>
              <a:avLst/>
              <a:gdLst>
                <a:gd name="connsiteX0" fmla="*/ 673100 w 673100"/>
                <a:gd name="connsiteY0" fmla="*/ 77719 h 77719"/>
                <a:gd name="connsiteX1" fmla="*/ 330200 w 673100"/>
                <a:gd name="connsiteY1" fmla="*/ 22686 h 77719"/>
                <a:gd name="connsiteX2" fmla="*/ 67733 w 673100"/>
                <a:gd name="connsiteY2" fmla="*/ 1519 h 77719"/>
                <a:gd name="connsiteX3" fmla="*/ 0 w 673100"/>
                <a:gd name="connsiteY3" fmla="*/ 60786 h 77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3100" h="77719">
                  <a:moveTo>
                    <a:pt x="673100" y="77719"/>
                  </a:moveTo>
                  <a:cubicBezTo>
                    <a:pt x="552097" y="56552"/>
                    <a:pt x="431095" y="35386"/>
                    <a:pt x="330200" y="22686"/>
                  </a:cubicBezTo>
                  <a:cubicBezTo>
                    <a:pt x="229305" y="9986"/>
                    <a:pt x="122766" y="-4831"/>
                    <a:pt x="67733" y="1519"/>
                  </a:cubicBezTo>
                  <a:cubicBezTo>
                    <a:pt x="12700" y="7869"/>
                    <a:pt x="6350" y="34327"/>
                    <a:pt x="0" y="60786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8FA4A20A-4B2D-8664-BC13-0BBE06C32C8D}"/>
                </a:ext>
              </a:extLst>
            </p:cNvPr>
            <p:cNvSpPr/>
            <p:nvPr/>
          </p:nvSpPr>
          <p:spPr>
            <a:xfrm>
              <a:off x="9211733" y="4452271"/>
              <a:ext cx="317500" cy="339862"/>
            </a:xfrm>
            <a:custGeom>
              <a:avLst/>
              <a:gdLst>
                <a:gd name="connsiteX0" fmla="*/ 317500 w 317500"/>
                <a:gd name="connsiteY0" fmla="*/ 5429 h 339862"/>
                <a:gd name="connsiteX1" fmla="*/ 186267 w 317500"/>
                <a:gd name="connsiteY1" fmla="*/ 9662 h 339862"/>
                <a:gd name="connsiteX2" fmla="*/ 76200 w 317500"/>
                <a:gd name="connsiteY2" fmla="*/ 94329 h 339862"/>
                <a:gd name="connsiteX3" fmla="*/ 0 w 317500"/>
                <a:gd name="connsiteY3" fmla="*/ 339862 h 339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0" h="339862">
                  <a:moveTo>
                    <a:pt x="317500" y="5429"/>
                  </a:moveTo>
                  <a:cubicBezTo>
                    <a:pt x="271992" y="137"/>
                    <a:pt x="226484" y="-5155"/>
                    <a:pt x="186267" y="9662"/>
                  </a:cubicBezTo>
                  <a:cubicBezTo>
                    <a:pt x="146050" y="24479"/>
                    <a:pt x="107244" y="39296"/>
                    <a:pt x="76200" y="94329"/>
                  </a:cubicBezTo>
                  <a:cubicBezTo>
                    <a:pt x="45156" y="149362"/>
                    <a:pt x="22578" y="244612"/>
                    <a:pt x="0" y="339862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24" name="Freeform 1023">
              <a:extLst>
                <a:ext uri="{FF2B5EF4-FFF2-40B4-BE49-F238E27FC236}">
                  <a16:creationId xmlns:a16="http://schemas.microsoft.com/office/drawing/2014/main" id="{1B8B0F9A-B4BC-1ACC-5C21-E72454571DC1}"/>
                </a:ext>
              </a:extLst>
            </p:cNvPr>
            <p:cNvSpPr/>
            <p:nvPr/>
          </p:nvSpPr>
          <p:spPr>
            <a:xfrm>
              <a:off x="9181835" y="4378625"/>
              <a:ext cx="368565" cy="189170"/>
            </a:xfrm>
            <a:custGeom>
              <a:avLst/>
              <a:gdLst>
                <a:gd name="connsiteX0" fmla="*/ 368565 w 368565"/>
                <a:gd name="connsiteY0" fmla="*/ 11342 h 189170"/>
                <a:gd name="connsiteX1" fmla="*/ 241565 w 368565"/>
                <a:gd name="connsiteY1" fmla="*/ 32508 h 189170"/>
                <a:gd name="connsiteX2" fmla="*/ 144198 w 368565"/>
                <a:gd name="connsiteY2" fmla="*/ 2875 h 189170"/>
                <a:gd name="connsiteX3" fmla="*/ 8732 w 368565"/>
                <a:gd name="connsiteY3" fmla="*/ 117175 h 189170"/>
                <a:gd name="connsiteX4" fmla="*/ 12965 w 368565"/>
                <a:gd name="connsiteY4" fmla="*/ 184908 h 189170"/>
                <a:gd name="connsiteX5" fmla="*/ 8732 w 368565"/>
                <a:gd name="connsiteY5" fmla="*/ 176442 h 189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68565" h="189170">
                  <a:moveTo>
                    <a:pt x="368565" y="11342"/>
                  </a:moveTo>
                  <a:cubicBezTo>
                    <a:pt x="323762" y="22630"/>
                    <a:pt x="278959" y="33919"/>
                    <a:pt x="241565" y="32508"/>
                  </a:cubicBezTo>
                  <a:cubicBezTo>
                    <a:pt x="204170" y="31097"/>
                    <a:pt x="183003" y="-11236"/>
                    <a:pt x="144198" y="2875"/>
                  </a:cubicBezTo>
                  <a:cubicBezTo>
                    <a:pt x="105393" y="16986"/>
                    <a:pt x="30604" y="86836"/>
                    <a:pt x="8732" y="117175"/>
                  </a:cubicBezTo>
                  <a:cubicBezTo>
                    <a:pt x="-13140" y="147514"/>
                    <a:pt x="12965" y="184908"/>
                    <a:pt x="12965" y="184908"/>
                  </a:cubicBezTo>
                  <a:cubicBezTo>
                    <a:pt x="12965" y="194786"/>
                    <a:pt x="10848" y="185614"/>
                    <a:pt x="8732" y="176442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25" name="Freeform 1024">
              <a:extLst>
                <a:ext uri="{FF2B5EF4-FFF2-40B4-BE49-F238E27FC236}">
                  <a16:creationId xmlns:a16="http://schemas.microsoft.com/office/drawing/2014/main" id="{B18AA9FC-C73D-5D2D-AFE8-15F4E0FAF0F2}"/>
                </a:ext>
              </a:extLst>
            </p:cNvPr>
            <p:cNvSpPr/>
            <p:nvPr/>
          </p:nvSpPr>
          <p:spPr>
            <a:xfrm>
              <a:off x="8961967" y="4347633"/>
              <a:ext cx="448733" cy="84667"/>
            </a:xfrm>
            <a:custGeom>
              <a:avLst/>
              <a:gdLst>
                <a:gd name="connsiteX0" fmla="*/ 0 w 448733"/>
                <a:gd name="connsiteY0" fmla="*/ 84667 h 84667"/>
                <a:gd name="connsiteX1" fmla="*/ 55033 w 448733"/>
                <a:gd name="connsiteY1" fmla="*/ 38100 h 84667"/>
                <a:gd name="connsiteX2" fmla="*/ 232833 w 448733"/>
                <a:gd name="connsiteY2" fmla="*/ 0 h 84667"/>
                <a:gd name="connsiteX3" fmla="*/ 351366 w 448733"/>
                <a:gd name="connsiteY3" fmla="*/ 38100 h 84667"/>
                <a:gd name="connsiteX4" fmla="*/ 448733 w 448733"/>
                <a:gd name="connsiteY4" fmla="*/ 16934 h 84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8733" h="84667">
                  <a:moveTo>
                    <a:pt x="0" y="84667"/>
                  </a:moveTo>
                  <a:cubicBezTo>
                    <a:pt x="8114" y="68439"/>
                    <a:pt x="16228" y="52211"/>
                    <a:pt x="55033" y="38100"/>
                  </a:cubicBezTo>
                  <a:cubicBezTo>
                    <a:pt x="93838" y="23989"/>
                    <a:pt x="183444" y="0"/>
                    <a:pt x="232833" y="0"/>
                  </a:cubicBezTo>
                  <a:cubicBezTo>
                    <a:pt x="282222" y="0"/>
                    <a:pt x="315383" y="35278"/>
                    <a:pt x="351366" y="38100"/>
                  </a:cubicBezTo>
                  <a:cubicBezTo>
                    <a:pt x="387349" y="40922"/>
                    <a:pt x="418041" y="28928"/>
                    <a:pt x="448733" y="16934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26" name="Freeform 1025">
              <a:extLst>
                <a:ext uri="{FF2B5EF4-FFF2-40B4-BE49-F238E27FC236}">
                  <a16:creationId xmlns:a16="http://schemas.microsoft.com/office/drawing/2014/main" id="{A34A9FCB-4B7A-BE88-5062-183187185AF2}"/>
                </a:ext>
              </a:extLst>
            </p:cNvPr>
            <p:cNvSpPr/>
            <p:nvPr/>
          </p:nvSpPr>
          <p:spPr>
            <a:xfrm>
              <a:off x="9341815" y="4500033"/>
              <a:ext cx="43485" cy="220678"/>
            </a:xfrm>
            <a:custGeom>
              <a:avLst/>
              <a:gdLst>
                <a:gd name="connsiteX0" fmla="*/ 1152 w 43485"/>
                <a:gd name="connsiteY0" fmla="*/ 0 h 220678"/>
                <a:gd name="connsiteX1" fmla="*/ 5385 w 43485"/>
                <a:gd name="connsiteY1" fmla="*/ 190500 h 220678"/>
                <a:gd name="connsiteX2" fmla="*/ 43485 w 43485"/>
                <a:gd name="connsiteY2" fmla="*/ 220134 h 220678"/>
                <a:gd name="connsiteX3" fmla="*/ 43485 w 43485"/>
                <a:gd name="connsiteY3" fmla="*/ 220134 h 220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485" h="220678">
                  <a:moveTo>
                    <a:pt x="1152" y="0"/>
                  </a:moveTo>
                  <a:cubicBezTo>
                    <a:pt x="-260" y="76905"/>
                    <a:pt x="-1671" y="153811"/>
                    <a:pt x="5385" y="190500"/>
                  </a:cubicBezTo>
                  <a:cubicBezTo>
                    <a:pt x="12441" y="227189"/>
                    <a:pt x="43485" y="220134"/>
                    <a:pt x="43485" y="220134"/>
                  </a:cubicBezTo>
                  <a:lnTo>
                    <a:pt x="43485" y="220134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27" name="Freeform 1026">
              <a:extLst>
                <a:ext uri="{FF2B5EF4-FFF2-40B4-BE49-F238E27FC236}">
                  <a16:creationId xmlns:a16="http://schemas.microsoft.com/office/drawing/2014/main" id="{DEA0105D-FB3E-81A0-8C4F-4CD16C471BD3}"/>
                </a:ext>
              </a:extLst>
            </p:cNvPr>
            <p:cNvSpPr/>
            <p:nvPr/>
          </p:nvSpPr>
          <p:spPr>
            <a:xfrm>
              <a:off x="9041752" y="4351867"/>
              <a:ext cx="165748" cy="169333"/>
            </a:xfrm>
            <a:custGeom>
              <a:avLst/>
              <a:gdLst>
                <a:gd name="connsiteX0" fmla="*/ 165748 w 165748"/>
                <a:gd name="connsiteY0" fmla="*/ 0 h 169333"/>
                <a:gd name="connsiteX1" fmla="*/ 13348 w 165748"/>
                <a:gd name="connsiteY1" fmla="*/ 122766 h 169333"/>
                <a:gd name="connsiteX2" fmla="*/ 17581 w 165748"/>
                <a:gd name="connsiteY2" fmla="*/ 169333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5748" h="169333">
                  <a:moveTo>
                    <a:pt x="165748" y="0"/>
                  </a:moveTo>
                  <a:cubicBezTo>
                    <a:pt x="101895" y="47272"/>
                    <a:pt x="38042" y="94544"/>
                    <a:pt x="13348" y="122766"/>
                  </a:cubicBezTo>
                  <a:cubicBezTo>
                    <a:pt x="-11347" y="150988"/>
                    <a:pt x="3117" y="160160"/>
                    <a:pt x="17581" y="169333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28" name="Freeform 1027">
              <a:extLst>
                <a:ext uri="{FF2B5EF4-FFF2-40B4-BE49-F238E27FC236}">
                  <a16:creationId xmlns:a16="http://schemas.microsoft.com/office/drawing/2014/main" id="{9B99BA11-E150-FC25-590C-B82EBCA1453C}"/>
                </a:ext>
              </a:extLst>
            </p:cNvPr>
            <p:cNvSpPr/>
            <p:nvPr/>
          </p:nvSpPr>
          <p:spPr>
            <a:xfrm>
              <a:off x="9122833" y="4406741"/>
              <a:ext cx="279400" cy="338826"/>
            </a:xfrm>
            <a:custGeom>
              <a:avLst/>
              <a:gdLst>
                <a:gd name="connsiteX0" fmla="*/ 279400 w 279400"/>
                <a:gd name="connsiteY0" fmla="*/ 4392 h 338826"/>
                <a:gd name="connsiteX1" fmla="*/ 177800 w 279400"/>
                <a:gd name="connsiteY1" fmla="*/ 46726 h 338826"/>
                <a:gd name="connsiteX2" fmla="*/ 0 w 279400"/>
                <a:gd name="connsiteY2" fmla="*/ 338826 h 338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9400" h="338826">
                  <a:moveTo>
                    <a:pt x="279400" y="4392"/>
                  </a:moveTo>
                  <a:cubicBezTo>
                    <a:pt x="251883" y="-2311"/>
                    <a:pt x="224367" y="-9013"/>
                    <a:pt x="177800" y="46726"/>
                  </a:cubicBezTo>
                  <a:cubicBezTo>
                    <a:pt x="131233" y="102465"/>
                    <a:pt x="65616" y="220645"/>
                    <a:pt x="0" y="338826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29" name="Freeform 1028">
              <a:extLst>
                <a:ext uri="{FF2B5EF4-FFF2-40B4-BE49-F238E27FC236}">
                  <a16:creationId xmlns:a16="http://schemas.microsoft.com/office/drawing/2014/main" id="{399481B5-8D7D-9565-7BD3-04FF6DBE4D21}"/>
                </a:ext>
              </a:extLst>
            </p:cNvPr>
            <p:cNvSpPr/>
            <p:nvPr/>
          </p:nvSpPr>
          <p:spPr>
            <a:xfrm>
              <a:off x="9279467" y="4559300"/>
              <a:ext cx="4233" cy="224367"/>
            </a:xfrm>
            <a:custGeom>
              <a:avLst/>
              <a:gdLst>
                <a:gd name="connsiteX0" fmla="*/ 0 w 4233"/>
                <a:gd name="connsiteY0" fmla="*/ 0 h 224367"/>
                <a:gd name="connsiteX1" fmla="*/ 4233 w 4233"/>
                <a:gd name="connsiteY1" fmla="*/ 224367 h 224367"/>
                <a:gd name="connsiteX2" fmla="*/ 4233 w 4233"/>
                <a:gd name="connsiteY2" fmla="*/ 224367 h 224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33" h="224367">
                  <a:moveTo>
                    <a:pt x="0" y="0"/>
                  </a:moveTo>
                  <a:lnTo>
                    <a:pt x="4233" y="224367"/>
                  </a:lnTo>
                  <a:lnTo>
                    <a:pt x="4233" y="224367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31" name="Freeform 1030">
              <a:extLst>
                <a:ext uri="{FF2B5EF4-FFF2-40B4-BE49-F238E27FC236}">
                  <a16:creationId xmlns:a16="http://schemas.microsoft.com/office/drawing/2014/main" id="{2349388C-E42A-0794-431C-0B4B180D0E54}"/>
                </a:ext>
              </a:extLst>
            </p:cNvPr>
            <p:cNvSpPr/>
            <p:nvPr/>
          </p:nvSpPr>
          <p:spPr>
            <a:xfrm>
              <a:off x="9398000" y="4419600"/>
              <a:ext cx="21167" cy="198967"/>
            </a:xfrm>
            <a:custGeom>
              <a:avLst/>
              <a:gdLst>
                <a:gd name="connsiteX0" fmla="*/ 0 w 21167"/>
                <a:gd name="connsiteY0" fmla="*/ 0 h 198967"/>
                <a:gd name="connsiteX1" fmla="*/ 21167 w 21167"/>
                <a:gd name="connsiteY1" fmla="*/ 198967 h 198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1167" h="198967">
                  <a:moveTo>
                    <a:pt x="0" y="0"/>
                  </a:moveTo>
                  <a:lnTo>
                    <a:pt x="21167" y="198967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32" name="Freeform 1031">
              <a:extLst>
                <a:ext uri="{FF2B5EF4-FFF2-40B4-BE49-F238E27FC236}">
                  <a16:creationId xmlns:a16="http://schemas.microsoft.com/office/drawing/2014/main" id="{90E36BE8-2D9B-5770-5A0B-F3BCB7CEEF95}"/>
                </a:ext>
              </a:extLst>
            </p:cNvPr>
            <p:cNvSpPr/>
            <p:nvPr/>
          </p:nvSpPr>
          <p:spPr>
            <a:xfrm>
              <a:off x="9241367" y="4343400"/>
              <a:ext cx="308469" cy="76567"/>
            </a:xfrm>
            <a:custGeom>
              <a:avLst/>
              <a:gdLst>
                <a:gd name="connsiteX0" fmla="*/ 0 w 308469"/>
                <a:gd name="connsiteY0" fmla="*/ 0 h 76567"/>
                <a:gd name="connsiteX1" fmla="*/ 50800 w 308469"/>
                <a:gd name="connsiteY1" fmla="*/ 8467 h 76567"/>
                <a:gd name="connsiteX2" fmla="*/ 84666 w 308469"/>
                <a:gd name="connsiteY2" fmla="*/ 21167 h 76567"/>
                <a:gd name="connsiteX3" fmla="*/ 287866 w 308469"/>
                <a:gd name="connsiteY3" fmla="*/ 50800 h 76567"/>
                <a:gd name="connsiteX4" fmla="*/ 296333 w 308469"/>
                <a:gd name="connsiteY4" fmla="*/ 76200 h 76567"/>
                <a:gd name="connsiteX5" fmla="*/ 241300 w 308469"/>
                <a:gd name="connsiteY5" fmla="*/ 63500 h 76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8469" h="76567">
                  <a:moveTo>
                    <a:pt x="0" y="0"/>
                  </a:moveTo>
                  <a:cubicBezTo>
                    <a:pt x="18344" y="2469"/>
                    <a:pt x="36689" y="4939"/>
                    <a:pt x="50800" y="8467"/>
                  </a:cubicBezTo>
                  <a:cubicBezTo>
                    <a:pt x="64911" y="11995"/>
                    <a:pt x="45155" y="14112"/>
                    <a:pt x="84666" y="21167"/>
                  </a:cubicBezTo>
                  <a:cubicBezTo>
                    <a:pt x="124177" y="28222"/>
                    <a:pt x="252588" y="41628"/>
                    <a:pt x="287866" y="50800"/>
                  </a:cubicBezTo>
                  <a:cubicBezTo>
                    <a:pt x="323144" y="59972"/>
                    <a:pt x="304094" y="74083"/>
                    <a:pt x="296333" y="76200"/>
                  </a:cubicBezTo>
                  <a:cubicBezTo>
                    <a:pt x="288572" y="78317"/>
                    <a:pt x="264936" y="70908"/>
                    <a:pt x="241300" y="6350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1034" name="Straight Connector 1033">
              <a:extLst>
                <a:ext uri="{FF2B5EF4-FFF2-40B4-BE49-F238E27FC236}">
                  <a16:creationId xmlns:a16="http://schemas.microsoft.com/office/drawing/2014/main" id="{183B2345-E04D-863A-A984-94255B4289A3}"/>
                </a:ext>
              </a:extLst>
            </p:cNvPr>
            <p:cNvCxnSpPr>
              <a:cxnSpLocks/>
            </p:cNvCxnSpPr>
            <p:nvPr/>
          </p:nvCxnSpPr>
          <p:spPr>
            <a:xfrm>
              <a:off x="9583409" y="4406741"/>
              <a:ext cx="243416" cy="11445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5" name="Straight Connector 1034">
              <a:extLst>
                <a:ext uri="{FF2B5EF4-FFF2-40B4-BE49-F238E27FC236}">
                  <a16:creationId xmlns:a16="http://schemas.microsoft.com/office/drawing/2014/main" id="{DCD18F62-F6CA-570C-63F2-E541449A3A31}"/>
                </a:ext>
              </a:extLst>
            </p:cNvPr>
            <p:cNvCxnSpPr>
              <a:cxnSpLocks/>
            </p:cNvCxnSpPr>
            <p:nvPr/>
          </p:nvCxnSpPr>
          <p:spPr>
            <a:xfrm>
              <a:off x="9530493" y="4483021"/>
              <a:ext cx="227340" cy="13437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6" name="Straight Connector 1035">
              <a:extLst>
                <a:ext uri="{FF2B5EF4-FFF2-40B4-BE49-F238E27FC236}">
                  <a16:creationId xmlns:a16="http://schemas.microsoft.com/office/drawing/2014/main" id="{2C72B273-D924-556E-4CE7-6AB8691EF6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71674" y="4527625"/>
              <a:ext cx="65106" cy="8274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7" name="Oval 1036">
              <a:extLst>
                <a:ext uri="{FF2B5EF4-FFF2-40B4-BE49-F238E27FC236}">
                  <a16:creationId xmlns:a16="http://schemas.microsoft.com/office/drawing/2014/main" id="{DC45E609-79B5-30BC-8499-608341D3D56D}"/>
                </a:ext>
              </a:extLst>
            </p:cNvPr>
            <p:cNvSpPr/>
            <p:nvPr/>
          </p:nvSpPr>
          <p:spPr>
            <a:xfrm>
              <a:off x="9638068" y="4336435"/>
              <a:ext cx="77458" cy="67733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6C273594-FCA2-E7A5-231F-7824439A0EE2}"/>
              </a:ext>
            </a:extLst>
          </p:cNvPr>
          <p:cNvGrpSpPr/>
          <p:nvPr/>
        </p:nvGrpSpPr>
        <p:grpSpPr>
          <a:xfrm>
            <a:off x="4741291" y="2280666"/>
            <a:ext cx="714143" cy="804641"/>
            <a:chOff x="4741291" y="2280666"/>
            <a:chExt cx="714143" cy="804641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CE6FE44A-9842-65FF-8935-E5F54F110263}"/>
                </a:ext>
              </a:extLst>
            </p:cNvPr>
            <p:cNvSpPr/>
            <p:nvPr/>
          </p:nvSpPr>
          <p:spPr>
            <a:xfrm flipH="1">
              <a:off x="4741291" y="2280666"/>
              <a:ext cx="515536" cy="780736"/>
            </a:xfrm>
            <a:custGeom>
              <a:avLst/>
              <a:gdLst>
                <a:gd name="connsiteX0" fmla="*/ 269675 w 1080158"/>
                <a:gd name="connsiteY0" fmla="*/ 98395 h 1635809"/>
                <a:gd name="connsiteX1" fmla="*/ 337408 w 1080158"/>
                <a:gd name="connsiteY1" fmla="*/ 22195 h 1635809"/>
                <a:gd name="connsiteX2" fmla="*/ 519442 w 1080158"/>
                <a:gd name="connsiteY2" fmla="*/ 1029 h 1635809"/>
                <a:gd name="connsiteX3" fmla="*/ 688775 w 1080158"/>
                <a:gd name="connsiteY3" fmla="*/ 47595 h 1635809"/>
                <a:gd name="connsiteX4" fmla="*/ 832708 w 1080158"/>
                <a:gd name="connsiteY4" fmla="*/ 136495 h 1635809"/>
                <a:gd name="connsiteX5" fmla="*/ 904675 w 1080158"/>
                <a:gd name="connsiteY5" fmla="*/ 216929 h 1635809"/>
                <a:gd name="connsiteX6" fmla="*/ 955475 w 1080158"/>
                <a:gd name="connsiteY6" fmla="*/ 314295 h 1635809"/>
                <a:gd name="connsiteX7" fmla="*/ 972408 w 1080158"/>
                <a:gd name="connsiteY7" fmla="*/ 424362 h 1635809"/>
                <a:gd name="connsiteX8" fmla="*/ 989342 w 1080158"/>
                <a:gd name="connsiteY8" fmla="*/ 504795 h 1635809"/>
                <a:gd name="connsiteX9" fmla="*/ 1006275 w 1080158"/>
                <a:gd name="connsiteY9" fmla="*/ 602162 h 1635809"/>
                <a:gd name="connsiteX10" fmla="*/ 1031675 w 1080158"/>
                <a:gd name="connsiteY10" fmla="*/ 682595 h 1635809"/>
                <a:gd name="connsiteX11" fmla="*/ 1057075 w 1080158"/>
                <a:gd name="connsiteY11" fmla="*/ 775729 h 1635809"/>
                <a:gd name="connsiteX12" fmla="*/ 1078242 w 1080158"/>
                <a:gd name="connsiteY12" fmla="*/ 868862 h 1635809"/>
                <a:gd name="connsiteX13" fmla="*/ 1006275 w 1080158"/>
                <a:gd name="connsiteY13" fmla="*/ 1249862 h 1635809"/>
                <a:gd name="connsiteX14" fmla="*/ 862342 w 1080158"/>
                <a:gd name="connsiteY14" fmla="*/ 1541962 h 1635809"/>
                <a:gd name="connsiteX15" fmla="*/ 845408 w 1080158"/>
                <a:gd name="connsiteY15" fmla="*/ 1635095 h 1635809"/>
                <a:gd name="connsiteX16" fmla="*/ 790375 w 1080158"/>
                <a:gd name="connsiteY16" fmla="*/ 1584295 h 1635809"/>
                <a:gd name="connsiteX17" fmla="*/ 557542 w 1080158"/>
                <a:gd name="connsiteY17" fmla="*/ 1571595 h 1635809"/>
                <a:gd name="connsiteX18" fmla="*/ 256975 w 1080158"/>
                <a:gd name="connsiteY18" fmla="*/ 1440362 h 1635809"/>
                <a:gd name="connsiteX19" fmla="*/ 66475 w 1080158"/>
                <a:gd name="connsiteY19" fmla="*/ 1156729 h 1635809"/>
                <a:gd name="connsiteX20" fmla="*/ 7208 w 1080158"/>
                <a:gd name="connsiteY20" fmla="*/ 898495 h 1635809"/>
                <a:gd name="connsiteX21" fmla="*/ 19908 w 1080158"/>
                <a:gd name="connsiteY21" fmla="*/ 593695 h 1635809"/>
                <a:gd name="connsiteX22" fmla="*/ 176542 w 1080158"/>
                <a:gd name="connsiteY22" fmla="*/ 356629 h 1635809"/>
                <a:gd name="connsiteX23" fmla="*/ 367042 w 1080158"/>
                <a:gd name="connsiteY23" fmla="*/ 322762 h 1635809"/>
                <a:gd name="connsiteX24" fmla="*/ 265442 w 1080158"/>
                <a:gd name="connsiteY24" fmla="*/ 271962 h 1635809"/>
                <a:gd name="connsiteX25" fmla="*/ 189242 w 1080158"/>
                <a:gd name="connsiteY25" fmla="*/ 288895 h 1635809"/>
                <a:gd name="connsiteX26" fmla="*/ 269675 w 1080158"/>
                <a:gd name="connsiteY26" fmla="*/ 98395 h 1635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080158" h="1635809">
                  <a:moveTo>
                    <a:pt x="269675" y="98395"/>
                  </a:moveTo>
                  <a:cubicBezTo>
                    <a:pt x="294369" y="53945"/>
                    <a:pt x="295780" y="38423"/>
                    <a:pt x="337408" y="22195"/>
                  </a:cubicBezTo>
                  <a:cubicBezTo>
                    <a:pt x="379036" y="5967"/>
                    <a:pt x="460881" y="-3204"/>
                    <a:pt x="519442" y="1029"/>
                  </a:cubicBezTo>
                  <a:cubicBezTo>
                    <a:pt x="578003" y="5262"/>
                    <a:pt x="636564" y="25017"/>
                    <a:pt x="688775" y="47595"/>
                  </a:cubicBezTo>
                  <a:cubicBezTo>
                    <a:pt x="740986" y="70173"/>
                    <a:pt x="796725" y="108273"/>
                    <a:pt x="832708" y="136495"/>
                  </a:cubicBezTo>
                  <a:cubicBezTo>
                    <a:pt x="868691" y="164717"/>
                    <a:pt x="884214" y="187296"/>
                    <a:pt x="904675" y="216929"/>
                  </a:cubicBezTo>
                  <a:cubicBezTo>
                    <a:pt x="925136" y="246562"/>
                    <a:pt x="944186" y="279723"/>
                    <a:pt x="955475" y="314295"/>
                  </a:cubicBezTo>
                  <a:cubicBezTo>
                    <a:pt x="966764" y="348867"/>
                    <a:pt x="966764" y="392612"/>
                    <a:pt x="972408" y="424362"/>
                  </a:cubicBezTo>
                  <a:cubicBezTo>
                    <a:pt x="978052" y="456112"/>
                    <a:pt x="983698" y="475162"/>
                    <a:pt x="989342" y="504795"/>
                  </a:cubicBezTo>
                  <a:cubicBezTo>
                    <a:pt x="994986" y="534428"/>
                    <a:pt x="999220" y="572529"/>
                    <a:pt x="1006275" y="602162"/>
                  </a:cubicBezTo>
                  <a:cubicBezTo>
                    <a:pt x="1013330" y="631795"/>
                    <a:pt x="1023208" y="653667"/>
                    <a:pt x="1031675" y="682595"/>
                  </a:cubicBezTo>
                  <a:cubicBezTo>
                    <a:pt x="1040142" y="711523"/>
                    <a:pt x="1049314" y="744685"/>
                    <a:pt x="1057075" y="775729"/>
                  </a:cubicBezTo>
                  <a:cubicBezTo>
                    <a:pt x="1064836" y="806773"/>
                    <a:pt x="1086709" y="789840"/>
                    <a:pt x="1078242" y="868862"/>
                  </a:cubicBezTo>
                  <a:cubicBezTo>
                    <a:pt x="1069775" y="947884"/>
                    <a:pt x="1042258" y="1137679"/>
                    <a:pt x="1006275" y="1249862"/>
                  </a:cubicBezTo>
                  <a:cubicBezTo>
                    <a:pt x="970292" y="1362045"/>
                    <a:pt x="889153" y="1477757"/>
                    <a:pt x="862342" y="1541962"/>
                  </a:cubicBezTo>
                  <a:cubicBezTo>
                    <a:pt x="835531" y="1606167"/>
                    <a:pt x="857402" y="1628040"/>
                    <a:pt x="845408" y="1635095"/>
                  </a:cubicBezTo>
                  <a:cubicBezTo>
                    <a:pt x="833414" y="1642150"/>
                    <a:pt x="838353" y="1594878"/>
                    <a:pt x="790375" y="1584295"/>
                  </a:cubicBezTo>
                  <a:cubicBezTo>
                    <a:pt x="742397" y="1573712"/>
                    <a:pt x="646442" y="1595584"/>
                    <a:pt x="557542" y="1571595"/>
                  </a:cubicBezTo>
                  <a:cubicBezTo>
                    <a:pt x="468642" y="1547606"/>
                    <a:pt x="338820" y="1509506"/>
                    <a:pt x="256975" y="1440362"/>
                  </a:cubicBezTo>
                  <a:cubicBezTo>
                    <a:pt x="175130" y="1371218"/>
                    <a:pt x="108103" y="1247040"/>
                    <a:pt x="66475" y="1156729"/>
                  </a:cubicBezTo>
                  <a:cubicBezTo>
                    <a:pt x="24847" y="1066418"/>
                    <a:pt x="14969" y="992334"/>
                    <a:pt x="7208" y="898495"/>
                  </a:cubicBezTo>
                  <a:cubicBezTo>
                    <a:pt x="-553" y="804656"/>
                    <a:pt x="-8314" y="684006"/>
                    <a:pt x="19908" y="593695"/>
                  </a:cubicBezTo>
                  <a:cubicBezTo>
                    <a:pt x="48130" y="503384"/>
                    <a:pt x="118686" y="401784"/>
                    <a:pt x="176542" y="356629"/>
                  </a:cubicBezTo>
                  <a:cubicBezTo>
                    <a:pt x="234398" y="311474"/>
                    <a:pt x="352225" y="336873"/>
                    <a:pt x="367042" y="322762"/>
                  </a:cubicBezTo>
                  <a:cubicBezTo>
                    <a:pt x="381859" y="308651"/>
                    <a:pt x="295075" y="277606"/>
                    <a:pt x="265442" y="271962"/>
                  </a:cubicBezTo>
                  <a:cubicBezTo>
                    <a:pt x="235809" y="266318"/>
                    <a:pt x="192770" y="310767"/>
                    <a:pt x="189242" y="288895"/>
                  </a:cubicBezTo>
                  <a:cubicBezTo>
                    <a:pt x="185714" y="267023"/>
                    <a:pt x="244981" y="142845"/>
                    <a:pt x="269675" y="98395"/>
                  </a:cubicBez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389DA07-C368-3C58-A603-94CA8231A37A}"/>
                </a:ext>
              </a:extLst>
            </p:cNvPr>
            <p:cNvSpPr/>
            <p:nvPr/>
          </p:nvSpPr>
          <p:spPr>
            <a:xfrm flipH="1">
              <a:off x="4968499" y="2294298"/>
              <a:ext cx="145474" cy="176784"/>
            </a:xfrm>
            <a:custGeom>
              <a:avLst/>
              <a:gdLst>
                <a:gd name="connsiteX0" fmla="*/ 0 w 304800"/>
                <a:gd name="connsiteY0" fmla="*/ 19034 h 370401"/>
                <a:gd name="connsiteX1" fmla="*/ 97367 w 304800"/>
                <a:gd name="connsiteY1" fmla="*/ 2101 h 370401"/>
                <a:gd name="connsiteX2" fmla="*/ 220134 w 304800"/>
                <a:gd name="connsiteY2" fmla="*/ 61368 h 370401"/>
                <a:gd name="connsiteX3" fmla="*/ 275167 w 304800"/>
                <a:gd name="connsiteY3" fmla="*/ 141801 h 370401"/>
                <a:gd name="connsiteX4" fmla="*/ 304800 w 304800"/>
                <a:gd name="connsiteY4" fmla="*/ 370401 h 370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0" h="370401">
                  <a:moveTo>
                    <a:pt x="0" y="19034"/>
                  </a:moveTo>
                  <a:cubicBezTo>
                    <a:pt x="30339" y="7039"/>
                    <a:pt x="60678" y="-4955"/>
                    <a:pt x="97367" y="2101"/>
                  </a:cubicBezTo>
                  <a:cubicBezTo>
                    <a:pt x="134056" y="9157"/>
                    <a:pt x="190501" y="38085"/>
                    <a:pt x="220134" y="61368"/>
                  </a:cubicBezTo>
                  <a:cubicBezTo>
                    <a:pt x="249767" y="84651"/>
                    <a:pt x="261056" y="90296"/>
                    <a:pt x="275167" y="141801"/>
                  </a:cubicBezTo>
                  <a:cubicBezTo>
                    <a:pt x="289278" y="193306"/>
                    <a:pt x="297039" y="281853"/>
                    <a:pt x="304800" y="370401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F4A339AA-5450-BA85-2087-6EDD4D1510E8}"/>
                </a:ext>
              </a:extLst>
            </p:cNvPr>
            <p:cNvSpPr/>
            <p:nvPr/>
          </p:nvSpPr>
          <p:spPr>
            <a:xfrm flipH="1">
              <a:off x="4986683" y="2462552"/>
              <a:ext cx="189328" cy="379075"/>
            </a:xfrm>
            <a:custGeom>
              <a:avLst/>
              <a:gdLst>
                <a:gd name="connsiteX0" fmla="*/ 396682 w 396682"/>
                <a:gd name="connsiteY0" fmla="*/ 22105 h 794243"/>
                <a:gd name="connsiteX1" fmla="*/ 134216 w 396682"/>
                <a:gd name="connsiteY1" fmla="*/ 5172 h 794243"/>
                <a:gd name="connsiteX2" fmla="*/ 19916 w 396682"/>
                <a:gd name="connsiteY2" fmla="*/ 102539 h 794243"/>
                <a:gd name="connsiteX3" fmla="*/ 2982 w 396682"/>
                <a:gd name="connsiteY3" fmla="*/ 259172 h 794243"/>
                <a:gd name="connsiteX4" fmla="*/ 53782 w 396682"/>
                <a:gd name="connsiteY4" fmla="*/ 390405 h 794243"/>
                <a:gd name="connsiteX5" fmla="*/ 19916 w 396682"/>
                <a:gd name="connsiteY5" fmla="*/ 530105 h 794243"/>
                <a:gd name="connsiteX6" fmla="*/ 79182 w 396682"/>
                <a:gd name="connsiteY6" fmla="*/ 703672 h 794243"/>
                <a:gd name="connsiteX7" fmla="*/ 210416 w 396682"/>
                <a:gd name="connsiteY7" fmla="*/ 792572 h 794243"/>
                <a:gd name="connsiteX8" fmla="*/ 341649 w 396682"/>
                <a:gd name="connsiteY8" fmla="*/ 754472 h 794243"/>
                <a:gd name="connsiteX9" fmla="*/ 396682 w 396682"/>
                <a:gd name="connsiteY9" fmla="*/ 665572 h 794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6682" h="794243">
                  <a:moveTo>
                    <a:pt x="396682" y="22105"/>
                  </a:moveTo>
                  <a:cubicBezTo>
                    <a:pt x="296846" y="6935"/>
                    <a:pt x="197010" y="-8234"/>
                    <a:pt x="134216" y="5172"/>
                  </a:cubicBezTo>
                  <a:cubicBezTo>
                    <a:pt x="71422" y="18578"/>
                    <a:pt x="41788" y="60206"/>
                    <a:pt x="19916" y="102539"/>
                  </a:cubicBezTo>
                  <a:cubicBezTo>
                    <a:pt x="-1956" y="144872"/>
                    <a:pt x="-2662" y="211194"/>
                    <a:pt x="2982" y="259172"/>
                  </a:cubicBezTo>
                  <a:cubicBezTo>
                    <a:pt x="8626" y="307150"/>
                    <a:pt x="50960" y="345250"/>
                    <a:pt x="53782" y="390405"/>
                  </a:cubicBezTo>
                  <a:cubicBezTo>
                    <a:pt x="56604" y="435560"/>
                    <a:pt x="15683" y="477894"/>
                    <a:pt x="19916" y="530105"/>
                  </a:cubicBezTo>
                  <a:cubicBezTo>
                    <a:pt x="24149" y="582316"/>
                    <a:pt x="47432" y="659928"/>
                    <a:pt x="79182" y="703672"/>
                  </a:cubicBezTo>
                  <a:cubicBezTo>
                    <a:pt x="110932" y="747416"/>
                    <a:pt x="166671" y="784105"/>
                    <a:pt x="210416" y="792572"/>
                  </a:cubicBezTo>
                  <a:cubicBezTo>
                    <a:pt x="254161" y="801039"/>
                    <a:pt x="310605" y="775639"/>
                    <a:pt x="341649" y="754472"/>
                  </a:cubicBezTo>
                  <a:cubicBezTo>
                    <a:pt x="372693" y="733305"/>
                    <a:pt x="384687" y="699438"/>
                    <a:pt x="396682" y="665572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F72EE24E-87AE-87DB-C775-1D896849F277}"/>
                </a:ext>
              </a:extLst>
            </p:cNvPr>
            <p:cNvSpPr/>
            <p:nvPr/>
          </p:nvSpPr>
          <p:spPr>
            <a:xfrm flipH="1">
              <a:off x="5083666" y="2844344"/>
              <a:ext cx="172419" cy="121756"/>
            </a:xfrm>
            <a:custGeom>
              <a:avLst/>
              <a:gdLst>
                <a:gd name="connsiteX0" fmla="*/ 272354 w 361254"/>
                <a:gd name="connsiteY0" fmla="*/ 255104 h 255104"/>
                <a:gd name="connsiteX1" fmla="*/ 259654 w 361254"/>
                <a:gd name="connsiteY1" fmla="*/ 157737 h 255104"/>
                <a:gd name="connsiteX2" fmla="*/ 149588 w 361254"/>
                <a:gd name="connsiteY2" fmla="*/ 98470 h 255104"/>
                <a:gd name="connsiteX3" fmla="*/ 86088 w 361254"/>
                <a:gd name="connsiteY3" fmla="*/ 102704 h 255104"/>
                <a:gd name="connsiteX4" fmla="*/ 56454 w 361254"/>
                <a:gd name="connsiteY4" fmla="*/ 77304 h 255104"/>
                <a:gd name="connsiteX5" fmla="*/ 1421 w 361254"/>
                <a:gd name="connsiteY5" fmla="*/ 98470 h 255104"/>
                <a:gd name="connsiteX6" fmla="*/ 119954 w 361254"/>
                <a:gd name="connsiteY6" fmla="*/ 13804 h 255104"/>
                <a:gd name="connsiteX7" fmla="*/ 361254 w 361254"/>
                <a:gd name="connsiteY7" fmla="*/ 1104 h 255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1254" h="255104">
                  <a:moveTo>
                    <a:pt x="272354" y="255104"/>
                  </a:moveTo>
                  <a:cubicBezTo>
                    <a:pt x="276234" y="219473"/>
                    <a:pt x="280115" y="183843"/>
                    <a:pt x="259654" y="157737"/>
                  </a:cubicBezTo>
                  <a:cubicBezTo>
                    <a:pt x="239193" y="131631"/>
                    <a:pt x="178516" y="107642"/>
                    <a:pt x="149588" y="98470"/>
                  </a:cubicBezTo>
                  <a:cubicBezTo>
                    <a:pt x="120660" y="89298"/>
                    <a:pt x="101610" y="106232"/>
                    <a:pt x="86088" y="102704"/>
                  </a:cubicBezTo>
                  <a:cubicBezTo>
                    <a:pt x="70566" y="99176"/>
                    <a:pt x="70565" y="78010"/>
                    <a:pt x="56454" y="77304"/>
                  </a:cubicBezTo>
                  <a:cubicBezTo>
                    <a:pt x="42343" y="76598"/>
                    <a:pt x="-9162" y="109053"/>
                    <a:pt x="1421" y="98470"/>
                  </a:cubicBezTo>
                  <a:cubicBezTo>
                    <a:pt x="12004" y="87887"/>
                    <a:pt x="59982" y="30032"/>
                    <a:pt x="119954" y="13804"/>
                  </a:cubicBezTo>
                  <a:cubicBezTo>
                    <a:pt x="179926" y="-2424"/>
                    <a:pt x="270590" y="-660"/>
                    <a:pt x="361254" y="1104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E7905071-BEE7-F8BB-B25E-F203B0E42114}"/>
                </a:ext>
              </a:extLst>
            </p:cNvPr>
            <p:cNvSpPr/>
            <p:nvPr/>
          </p:nvSpPr>
          <p:spPr>
            <a:xfrm flipH="1">
              <a:off x="4850032" y="2333539"/>
              <a:ext cx="274453" cy="659803"/>
            </a:xfrm>
            <a:custGeom>
              <a:avLst/>
              <a:gdLst>
                <a:gd name="connsiteX0" fmla="*/ 305658 w 575038"/>
                <a:gd name="connsiteY0" fmla="*/ 21482 h 1382429"/>
                <a:gd name="connsiteX1" fmla="*/ 462291 w 575038"/>
                <a:gd name="connsiteY1" fmla="*/ 8782 h 1382429"/>
                <a:gd name="connsiteX2" fmla="*/ 572358 w 575038"/>
                <a:gd name="connsiteY2" fmla="*/ 135782 h 1382429"/>
                <a:gd name="connsiteX3" fmla="*/ 534258 w 575038"/>
                <a:gd name="connsiteY3" fmla="*/ 372849 h 1382429"/>
                <a:gd name="connsiteX4" fmla="*/ 458058 w 575038"/>
                <a:gd name="connsiteY4" fmla="*/ 491382 h 1382429"/>
                <a:gd name="connsiteX5" fmla="*/ 424191 w 575038"/>
                <a:gd name="connsiteY5" fmla="*/ 1050182 h 1382429"/>
                <a:gd name="connsiteX6" fmla="*/ 326824 w 575038"/>
                <a:gd name="connsiteY6" fmla="*/ 1329582 h 1382429"/>
                <a:gd name="connsiteX7" fmla="*/ 119391 w 575038"/>
                <a:gd name="connsiteY7" fmla="*/ 1367682 h 1382429"/>
                <a:gd name="connsiteX8" fmla="*/ 858 w 575038"/>
                <a:gd name="connsiteY8" fmla="*/ 1156015 h 1382429"/>
                <a:gd name="connsiteX9" fmla="*/ 68591 w 575038"/>
                <a:gd name="connsiteY9" fmla="*/ 1122149 h 1382429"/>
                <a:gd name="connsiteX10" fmla="*/ 119391 w 575038"/>
                <a:gd name="connsiteY10" fmla="*/ 1244915 h 1382429"/>
                <a:gd name="connsiteX11" fmla="*/ 237924 w 575038"/>
                <a:gd name="connsiteY11" fmla="*/ 1283015 h 1382429"/>
                <a:gd name="connsiteX12" fmla="*/ 297191 w 575038"/>
                <a:gd name="connsiteY12" fmla="*/ 1164482 h 1382429"/>
                <a:gd name="connsiteX13" fmla="*/ 356458 w 575038"/>
                <a:gd name="connsiteY13" fmla="*/ 504082 h 1382429"/>
                <a:gd name="connsiteX14" fmla="*/ 360691 w 575038"/>
                <a:gd name="connsiteY14" fmla="*/ 419415 h 1382429"/>
                <a:gd name="connsiteX15" fmla="*/ 445358 w 575038"/>
                <a:gd name="connsiteY15" fmla="*/ 334749 h 1382429"/>
                <a:gd name="connsiteX16" fmla="*/ 491924 w 575038"/>
                <a:gd name="connsiteY16" fmla="*/ 233149 h 1382429"/>
                <a:gd name="connsiteX17" fmla="*/ 474991 w 575038"/>
                <a:gd name="connsiteY17" fmla="*/ 135782 h 1382429"/>
                <a:gd name="connsiteX18" fmla="*/ 407258 w 575038"/>
                <a:gd name="connsiteY18" fmla="*/ 93449 h 1382429"/>
                <a:gd name="connsiteX19" fmla="*/ 339524 w 575038"/>
                <a:gd name="connsiteY19" fmla="*/ 106149 h 1382429"/>
                <a:gd name="connsiteX20" fmla="*/ 305658 w 575038"/>
                <a:gd name="connsiteY20" fmla="*/ 21482 h 1382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75038" h="1382429">
                  <a:moveTo>
                    <a:pt x="305658" y="21482"/>
                  </a:moveTo>
                  <a:cubicBezTo>
                    <a:pt x="326119" y="5254"/>
                    <a:pt x="417841" y="-10268"/>
                    <a:pt x="462291" y="8782"/>
                  </a:cubicBezTo>
                  <a:cubicBezTo>
                    <a:pt x="506741" y="27832"/>
                    <a:pt x="560364" y="75104"/>
                    <a:pt x="572358" y="135782"/>
                  </a:cubicBezTo>
                  <a:cubicBezTo>
                    <a:pt x="584352" y="196460"/>
                    <a:pt x="553308" y="313582"/>
                    <a:pt x="534258" y="372849"/>
                  </a:cubicBezTo>
                  <a:cubicBezTo>
                    <a:pt x="515208" y="432116"/>
                    <a:pt x="476402" y="378493"/>
                    <a:pt x="458058" y="491382"/>
                  </a:cubicBezTo>
                  <a:cubicBezTo>
                    <a:pt x="439714" y="604271"/>
                    <a:pt x="446063" y="910482"/>
                    <a:pt x="424191" y="1050182"/>
                  </a:cubicBezTo>
                  <a:cubicBezTo>
                    <a:pt x="402319" y="1189882"/>
                    <a:pt x="377624" y="1276665"/>
                    <a:pt x="326824" y="1329582"/>
                  </a:cubicBezTo>
                  <a:cubicBezTo>
                    <a:pt x="276024" y="1382499"/>
                    <a:pt x="173719" y="1396610"/>
                    <a:pt x="119391" y="1367682"/>
                  </a:cubicBezTo>
                  <a:cubicBezTo>
                    <a:pt x="65063" y="1338754"/>
                    <a:pt x="9325" y="1196937"/>
                    <a:pt x="858" y="1156015"/>
                  </a:cubicBezTo>
                  <a:cubicBezTo>
                    <a:pt x="-7609" y="1115093"/>
                    <a:pt x="48835" y="1107332"/>
                    <a:pt x="68591" y="1122149"/>
                  </a:cubicBezTo>
                  <a:cubicBezTo>
                    <a:pt x="88346" y="1136966"/>
                    <a:pt x="91169" y="1218104"/>
                    <a:pt x="119391" y="1244915"/>
                  </a:cubicBezTo>
                  <a:cubicBezTo>
                    <a:pt x="147613" y="1271726"/>
                    <a:pt x="208291" y="1296420"/>
                    <a:pt x="237924" y="1283015"/>
                  </a:cubicBezTo>
                  <a:cubicBezTo>
                    <a:pt x="267557" y="1269610"/>
                    <a:pt x="277435" y="1294304"/>
                    <a:pt x="297191" y="1164482"/>
                  </a:cubicBezTo>
                  <a:cubicBezTo>
                    <a:pt x="316947" y="1034660"/>
                    <a:pt x="345875" y="628260"/>
                    <a:pt x="356458" y="504082"/>
                  </a:cubicBezTo>
                  <a:cubicBezTo>
                    <a:pt x="367041" y="379904"/>
                    <a:pt x="345874" y="447637"/>
                    <a:pt x="360691" y="419415"/>
                  </a:cubicBezTo>
                  <a:cubicBezTo>
                    <a:pt x="375508" y="391193"/>
                    <a:pt x="423486" y="365793"/>
                    <a:pt x="445358" y="334749"/>
                  </a:cubicBezTo>
                  <a:cubicBezTo>
                    <a:pt x="467230" y="303705"/>
                    <a:pt x="486985" y="266310"/>
                    <a:pt x="491924" y="233149"/>
                  </a:cubicBezTo>
                  <a:cubicBezTo>
                    <a:pt x="496863" y="199988"/>
                    <a:pt x="489102" y="159065"/>
                    <a:pt x="474991" y="135782"/>
                  </a:cubicBezTo>
                  <a:cubicBezTo>
                    <a:pt x="460880" y="112499"/>
                    <a:pt x="429836" y="98388"/>
                    <a:pt x="407258" y="93449"/>
                  </a:cubicBezTo>
                  <a:cubicBezTo>
                    <a:pt x="384680" y="88510"/>
                    <a:pt x="355752" y="118849"/>
                    <a:pt x="339524" y="106149"/>
                  </a:cubicBezTo>
                  <a:cubicBezTo>
                    <a:pt x="323296" y="93449"/>
                    <a:pt x="285197" y="37710"/>
                    <a:pt x="305658" y="21482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41745A2-B18E-8ED6-50E1-A7866E06BED0}"/>
                </a:ext>
              </a:extLst>
            </p:cNvPr>
            <p:cNvSpPr/>
            <p:nvPr/>
          </p:nvSpPr>
          <p:spPr>
            <a:xfrm flipH="1">
              <a:off x="4763373" y="2569106"/>
              <a:ext cx="148552" cy="446018"/>
            </a:xfrm>
            <a:custGeom>
              <a:avLst/>
              <a:gdLst>
                <a:gd name="connsiteX0" fmla="*/ 33866 w 311249"/>
                <a:gd name="connsiteY0" fmla="*/ 6285 h 934503"/>
                <a:gd name="connsiteX1" fmla="*/ 63500 w 311249"/>
                <a:gd name="connsiteY1" fmla="*/ 65551 h 934503"/>
                <a:gd name="connsiteX2" fmla="*/ 143933 w 311249"/>
                <a:gd name="connsiteY2" fmla="*/ 90951 h 934503"/>
                <a:gd name="connsiteX3" fmla="*/ 203200 w 311249"/>
                <a:gd name="connsiteY3" fmla="*/ 65551 h 934503"/>
                <a:gd name="connsiteX4" fmla="*/ 241300 w 311249"/>
                <a:gd name="connsiteY4" fmla="*/ 2051 h 934503"/>
                <a:gd name="connsiteX5" fmla="*/ 270933 w 311249"/>
                <a:gd name="connsiteY5" fmla="*/ 150218 h 934503"/>
                <a:gd name="connsiteX6" fmla="*/ 309033 w 311249"/>
                <a:gd name="connsiteY6" fmla="*/ 251818 h 934503"/>
                <a:gd name="connsiteX7" fmla="*/ 300566 w 311249"/>
                <a:gd name="connsiteY7" fmla="*/ 450785 h 934503"/>
                <a:gd name="connsiteX8" fmla="*/ 249766 w 311249"/>
                <a:gd name="connsiteY8" fmla="*/ 641285 h 934503"/>
                <a:gd name="connsiteX9" fmla="*/ 122766 w 311249"/>
                <a:gd name="connsiteY9" fmla="*/ 907985 h 934503"/>
                <a:gd name="connsiteX10" fmla="*/ 0 w 311249"/>
                <a:gd name="connsiteY10" fmla="*/ 924918 h 934503"/>
                <a:gd name="connsiteX11" fmla="*/ 0 w 311249"/>
                <a:gd name="connsiteY11" fmla="*/ 924918 h 934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1249" h="934503">
                  <a:moveTo>
                    <a:pt x="33866" y="6285"/>
                  </a:moveTo>
                  <a:cubicBezTo>
                    <a:pt x="39511" y="28862"/>
                    <a:pt x="45156" y="51440"/>
                    <a:pt x="63500" y="65551"/>
                  </a:cubicBezTo>
                  <a:cubicBezTo>
                    <a:pt x="81844" y="79662"/>
                    <a:pt x="120650" y="90951"/>
                    <a:pt x="143933" y="90951"/>
                  </a:cubicBezTo>
                  <a:cubicBezTo>
                    <a:pt x="167216" y="90951"/>
                    <a:pt x="186972" y="80368"/>
                    <a:pt x="203200" y="65551"/>
                  </a:cubicBezTo>
                  <a:cubicBezTo>
                    <a:pt x="219428" y="50734"/>
                    <a:pt x="230011" y="-12060"/>
                    <a:pt x="241300" y="2051"/>
                  </a:cubicBezTo>
                  <a:cubicBezTo>
                    <a:pt x="252589" y="16162"/>
                    <a:pt x="259644" y="108590"/>
                    <a:pt x="270933" y="150218"/>
                  </a:cubicBezTo>
                  <a:cubicBezTo>
                    <a:pt x="282222" y="191846"/>
                    <a:pt x="304094" y="201724"/>
                    <a:pt x="309033" y="251818"/>
                  </a:cubicBezTo>
                  <a:cubicBezTo>
                    <a:pt x="313972" y="301912"/>
                    <a:pt x="310444" y="385874"/>
                    <a:pt x="300566" y="450785"/>
                  </a:cubicBezTo>
                  <a:cubicBezTo>
                    <a:pt x="290688" y="515696"/>
                    <a:pt x="279399" y="565085"/>
                    <a:pt x="249766" y="641285"/>
                  </a:cubicBezTo>
                  <a:cubicBezTo>
                    <a:pt x="220133" y="717485"/>
                    <a:pt x="164394" y="860713"/>
                    <a:pt x="122766" y="907985"/>
                  </a:cubicBezTo>
                  <a:cubicBezTo>
                    <a:pt x="81138" y="955257"/>
                    <a:pt x="0" y="924918"/>
                    <a:pt x="0" y="924918"/>
                  </a:cubicBezTo>
                  <a:lnTo>
                    <a:pt x="0" y="924918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6F34B143-2EFF-9FD8-DF00-373EA538DFC2}"/>
                </a:ext>
              </a:extLst>
            </p:cNvPr>
            <p:cNvSpPr/>
            <p:nvPr/>
          </p:nvSpPr>
          <p:spPr>
            <a:xfrm flipH="1">
              <a:off x="4833051" y="2915339"/>
              <a:ext cx="167776" cy="111375"/>
            </a:xfrm>
            <a:custGeom>
              <a:avLst/>
              <a:gdLst>
                <a:gd name="connsiteX0" fmla="*/ 143933 w 351527"/>
                <a:gd name="connsiteY0" fmla="*/ 4754 h 233354"/>
                <a:gd name="connsiteX1" fmla="*/ 182033 w 351527"/>
                <a:gd name="connsiteY1" fmla="*/ 72487 h 233354"/>
                <a:gd name="connsiteX2" fmla="*/ 292100 w 351527"/>
                <a:gd name="connsiteY2" fmla="*/ 59787 h 233354"/>
                <a:gd name="connsiteX3" fmla="*/ 351367 w 351527"/>
                <a:gd name="connsiteY3" fmla="*/ 520 h 233354"/>
                <a:gd name="connsiteX4" fmla="*/ 304800 w 351527"/>
                <a:gd name="connsiteY4" fmla="*/ 97887 h 233354"/>
                <a:gd name="connsiteX5" fmla="*/ 173567 w 351527"/>
                <a:gd name="connsiteY5" fmla="*/ 123287 h 233354"/>
                <a:gd name="connsiteX6" fmla="*/ 122767 w 351527"/>
                <a:gd name="connsiteY6" fmla="*/ 102120 h 233354"/>
                <a:gd name="connsiteX7" fmla="*/ 97367 w 351527"/>
                <a:gd name="connsiteY7" fmla="*/ 135987 h 233354"/>
                <a:gd name="connsiteX8" fmla="*/ 169333 w 351527"/>
                <a:gd name="connsiteY8" fmla="*/ 220654 h 233354"/>
                <a:gd name="connsiteX9" fmla="*/ 76200 w 351527"/>
                <a:gd name="connsiteY9" fmla="*/ 174087 h 233354"/>
                <a:gd name="connsiteX10" fmla="*/ 0 w 351527"/>
                <a:gd name="connsiteY10" fmla="*/ 233354 h 233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51527" h="233354">
                  <a:moveTo>
                    <a:pt x="143933" y="4754"/>
                  </a:moveTo>
                  <a:cubicBezTo>
                    <a:pt x="150636" y="34034"/>
                    <a:pt x="157339" y="63315"/>
                    <a:pt x="182033" y="72487"/>
                  </a:cubicBezTo>
                  <a:cubicBezTo>
                    <a:pt x="206728" y="81659"/>
                    <a:pt x="263878" y="71782"/>
                    <a:pt x="292100" y="59787"/>
                  </a:cubicBezTo>
                  <a:cubicBezTo>
                    <a:pt x="320322" y="47793"/>
                    <a:pt x="349250" y="-5830"/>
                    <a:pt x="351367" y="520"/>
                  </a:cubicBezTo>
                  <a:cubicBezTo>
                    <a:pt x="353484" y="6870"/>
                    <a:pt x="334433" y="77426"/>
                    <a:pt x="304800" y="97887"/>
                  </a:cubicBezTo>
                  <a:cubicBezTo>
                    <a:pt x="275167" y="118348"/>
                    <a:pt x="203906" y="122582"/>
                    <a:pt x="173567" y="123287"/>
                  </a:cubicBezTo>
                  <a:cubicBezTo>
                    <a:pt x="143228" y="123992"/>
                    <a:pt x="135467" y="100003"/>
                    <a:pt x="122767" y="102120"/>
                  </a:cubicBezTo>
                  <a:cubicBezTo>
                    <a:pt x="110067" y="104237"/>
                    <a:pt x="89606" y="116231"/>
                    <a:pt x="97367" y="135987"/>
                  </a:cubicBezTo>
                  <a:cubicBezTo>
                    <a:pt x="105128" y="155743"/>
                    <a:pt x="172861" y="214304"/>
                    <a:pt x="169333" y="220654"/>
                  </a:cubicBezTo>
                  <a:cubicBezTo>
                    <a:pt x="165805" y="227004"/>
                    <a:pt x="104422" y="171970"/>
                    <a:pt x="76200" y="174087"/>
                  </a:cubicBezTo>
                  <a:cubicBezTo>
                    <a:pt x="47978" y="176204"/>
                    <a:pt x="23989" y="204779"/>
                    <a:pt x="0" y="233354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31C4256E-5FDA-7FA7-289B-FEAA9A292D03}"/>
                </a:ext>
              </a:extLst>
            </p:cNvPr>
            <p:cNvSpPr/>
            <p:nvPr/>
          </p:nvSpPr>
          <p:spPr>
            <a:xfrm flipH="1">
              <a:off x="5120035" y="2984283"/>
              <a:ext cx="84860" cy="101024"/>
            </a:xfrm>
            <a:custGeom>
              <a:avLst/>
              <a:gdLst>
                <a:gd name="connsiteX0" fmla="*/ 177800 w 177800"/>
                <a:gd name="connsiteY0" fmla="*/ 0 h 211666"/>
                <a:gd name="connsiteX1" fmla="*/ 0 w 177800"/>
                <a:gd name="connsiteY1" fmla="*/ 211666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7800" h="211666">
                  <a:moveTo>
                    <a:pt x="177800" y="0"/>
                  </a:moveTo>
                  <a:lnTo>
                    <a:pt x="0" y="211666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0C051C36-62F0-6D44-84E0-47FF6B280CBB}"/>
                </a:ext>
              </a:extLst>
            </p:cNvPr>
            <p:cNvSpPr/>
            <p:nvPr/>
          </p:nvSpPr>
          <p:spPr>
            <a:xfrm flipH="1">
              <a:off x="5118014" y="2980242"/>
              <a:ext cx="123249" cy="80819"/>
            </a:xfrm>
            <a:custGeom>
              <a:avLst/>
              <a:gdLst>
                <a:gd name="connsiteX0" fmla="*/ 0 w 258234"/>
                <a:gd name="connsiteY0" fmla="*/ 169333 h 169333"/>
                <a:gd name="connsiteX1" fmla="*/ 258234 w 258234"/>
                <a:gd name="connsiteY1" fmla="*/ 0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234" h="169333">
                  <a:moveTo>
                    <a:pt x="0" y="169333"/>
                  </a:moveTo>
                  <a:lnTo>
                    <a:pt x="258234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D130A354-099D-B6C3-E754-F971D0CCCEB1}"/>
                </a:ext>
              </a:extLst>
            </p:cNvPr>
            <p:cNvSpPr/>
            <p:nvPr/>
          </p:nvSpPr>
          <p:spPr>
            <a:xfrm flipH="1">
              <a:off x="5134178" y="2290534"/>
              <a:ext cx="321256" cy="37094"/>
            </a:xfrm>
            <a:custGeom>
              <a:avLst/>
              <a:gdLst>
                <a:gd name="connsiteX0" fmla="*/ 673100 w 673100"/>
                <a:gd name="connsiteY0" fmla="*/ 77719 h 77719"/>
                <a:gd name="connsiteX1" fmla="*/ 330200 w 673100"/>
                <a:gd name="connsiteY1" fmla="*/ 22686 h 77719"/>
                <a:gd name="connsiteX2" fmla="*/ 67733 w 673100"/>
                <a:gd name="connsiteY2" fmla="*/ 1519 h 77719"/>
                <a:gd name="connsiteX3" fmla="*/ 0 w 673100"/>
                <a:gd name="connsiteY3" fmla="*/ 60786 h 77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3100" h="77719">
                  <a:moveTo>
                    <a:pt x="673100" y="77719"/>
                  </a:moveTo>
                  <a:cubicBezTo>
                    <a:pt x="552097" y="56552"/>
                    <a:pt x="431095" y="35386"/>
                    <a:pt x="330200" y="22686"/>
                  </a:cubicBezTo>
                  <a:cubicBezTo>
                    <a:pt x="229305" y="9986"/>
                    <a:pt x="122766" y="-4831"/>
                    <a:pt x="67733" y="1519"/>
                  </a:cubicBezTo>
                  <a:cubicBezTo>
                    <a:pt x="12700" y="7869"/>
                    <a:pt x="6350" y="34327"/>
                    <a:pt x="0" y="60786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77AE42AD-0465-9D24-1E70-410EDF3B8769}"/>
                </a:ext>
              </a:extLst>
            </p:cNvPr>
            <p:cNvSpPr/>
            <p:nvPr/>
          </p:nvSpPr>
          <p:spPr>
            <a:xfrm flipH="1">
              <a:off x="5150342" y="2359385"/>
              <a:ext cx="151536" cy="162209"/>
            </a:xfrm>
            <a:custGeom>
              <a:avLst/>
              <a:gdLst>
                <a:gd name="connsiteX0" fmla="*/ 317500 w 317500"/>
                <a:gd name="connsiteY0" fmla="*/ 5429 h 339862"/>
                <a:gd name="connsiteX1" fmla="*/ 186267 w 317500"/>
                <a:gd name="connsiteY1" fmla="*/ 9662 h 339862"/>
                <a:gd name="connsiteX2" fmla="*/ 76200 w 317500"/>
                <a:gd name="connsiteY2" fmla="*/ 94329 h 339862"/>
                <a:gd name="connsiteX3" fmla="*/ 0 w 317500"/>
                <a:gd name="connsiteY3" fmla="*/ 339862 h 339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0" h="339862">
                  <a:moveTo>
                    <a:pt x="317500" y="5429"/>
                  </a:moveTo>
                  <a:cubicBezTo>
                    <a:pt x="271992" y="137"/>
                    <a:pt x="226484" y="-5155"/>
                    <a:pt x="186267" y="9662"/>
                  </a:cubicBezTo>
                  <a:cubicBezTo>
                    <a:pt x="146050" y="24479"/>
                    <a:pt x="107244" y="39296"/>
                    <a:pt x="76200" y="94329"/>
                  </a:cubicBezTo>
                  <a:cubicBezTo>
                    <a:pt x="45156" y="149362"/>
                    <a:pt x="22578" y="244612"/>
                    <a:pt x="0" y="339862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E5C21F1E-98CC-6FFB-0862-E332E493FFE7}"/>
                </a:ext>
              </a:extLst>
            </p:cNvPr>
            <p:cNvSpPr/>
            <p:nvPr/>
          </p:nvSpPr>
          <p:spPr>
            <a:xfrm flipH="1">
              <a:off x="5140240" y="2324235"/>
              <a:ext cx="175908" cy="90287"/>
            </a:xfrm>
            <a:custGeom>
              <a:avLst/>
              <a:gdLst>
                <a:gd name="connsiteX0" fmla="*/ 368565 w 368565"/>
                <a:gd name="connsiteY0" fmla="*/ 11342 h 189170"/>
                <a:gd name="connsiteX1" fmla="*/ 241565 w 368565"/>
                <a:gd name="connsiteY1" fmla="*/ 32508 h 189170"/>
                <a:gd name="connsiteX2" fmla="*/ 144198 w 368565"/>
                <a:gd name="connsiteY2" fmla="*/ 2875 h 189170"/>
                <a:gd name="connsiteX3" fmla="*/ 8732 w 368565"/>
                <a:gd name="connsiteY3" fmla="*/ 117175 h 189170"/>
                <a:gd name="connsiteX4" fmla="*/ 12965 w 368565"/>
                <a:gd name="connsiteY4" fmla="*/ 184908 h 189170"/>
                <a:gd name="connsiteX5" fmla="*/ 8732 w 368565"/>
                <a:gd name="connsiteY5" fmla="*/ 176442 h 189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68565" h="189170">
                  <a:moveTo>
                    <a:pt x="368565" y="11342"/>
                  </a:moveTo>
                  <a:cubicBezTo>
                    <a:pt x="323762" y="22630"/>
                    <a:pt x="278959" y="33919"/>
                    <a:pt x="241565" y="32508"/>
                  </a:cubicBezTo>
                  <a:cubicBezTo>
                    <a:pt x="204170" y="31097"/>
                    <a:pt x="183003" y="-11236"/>
                    <a:pt x="144198" y="2875"/>
                  </a:cubicBezTo>
                  <a:cubicBezTo>
                    <a:pt x="105393" y="16986"/>
                    <a:pt x="30604" y="86836"/>
                    <a:pt x="8732" y="117175"/>
                  </a:cubicBezTo>
                  <a:cubicBezTo>
                    <a:pt x="-13140" y="147514"/>
                    <a:pt x="12965" y="184908"/>
                    <a:pt x="12965" y="184908"/>
                  </a:cubicBezTo>
                  <a:cubicBezTo>
                    <a:pt x="12965" y="194786"/>
                    <a:pt x="10848" y="185614"/>
                    <a:pt x="8732" y="176442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2391D437-274A-1EC7-7AC8-62BE8BEA84AB}"/>
                </a:ext>
              </a:extLst>
            </p:cNvPr>
            <p:cNvSpPr/>
            <p:nvPr/>
          </p:nvSpPr>
          <p:spPr>
            <a:xfrm flipH="1">
              <a:off x="5206915" y="2309443"/>
              <a:ext cx="214170" cy="40410"/>
            </a:xfrm>
            <a:custGeom>
              <a:avLst/>
              <a:gdLst>
                <a:gd name="connsiteX0" fmla="*/ 0 w 448733"/>
                <a:gd name="connsiteY0" fmla="*/ 84667 h 84667"/>
                <a:gd name="connsiteX1" fmla="*/ 55033 w 448733"/>
                <a:gd name="connsiteY1" fmla="*/ 38100 h 84667"/>
                <a:gd name="connsiteX2" fmla="*/ 232833 w 448733"/>
                <a:gd name="connsiteY2" fmla="*/ 0 h 84667"/>
                <a:gd name="connsiteX3" fmla="*/ 351366 w 448733"/>
                <a:gd name="connsiteY3" fmla="*/ 38100 h 84667"/>
                <a:gd name="connsiteX4" fmla="*/ 448733 w 448733"/>
                <a:gd name="connsiteY4" fmla="*/ 16934 h 84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8733" h="84667">
                  <a:moveTo>
                    <a:pt x="0" y="84667"/>
                  </a:moveTo>
                  <a:cubicBezTo>
                    <a:pt x="8114" y="68439"/>
                    <a:pt x="16228" y="52211"/>
                    <a:pt x="55033" y="38100"/>
                  </a:cubicBezTo>
                  <a:cubicBezTo>
                    <a:pt x="93838" y="23989"/>
                    <a:pt x="183444" y="0"/>
                    <a:pt x="232833" y="0"/>
                  </a:cubicBezTo>
                  <a:cubicBezTo>
                    <a:pt x="282222" y="0"/>
                    <a:pt x="315383" y="35278"/>
                    <a:pt x="351366" y="38100"/>
                  </a:cubicBezTo>
                  <a:cubicBezTo>
                    <a:pt x="387349" y="40922"/>
                    <a:pt x="418041" y="28928"/>
                    <a:pt x="448733" y="16934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3191B787-3CB7-7DAF-9F13-353790AC739B}"/>
                </a:ext>
              </a:extLst>
            </p:cNvPr>
            <p:cNvSpPr/>
            <p:nvPr/>
          </p:nvSpPr>
          <p:spPr>
            <a:xfrm flipH="1">
              <a:off x="5219038" y="2382181"/>
              <a:ext cx="20754" cy="105325"/>
            </a:xfrm>
            <a:custGeom>
              <a:avLst/>
              <a:gdLst>
                <a:gd name="connsiteX0" fmla="*/ 1152 w 43485"/>
                <a:gd name="connsiteY0" fmla="*/ 0 h 220678"/>
                <a:gd name="connsiteX1" fmla="*/ 5385 w 43485"/>
                <a:gd name="connsiteY1" fmla="*/ 190500 h 220678"/>
                <a:gd name="connsiteX2" fmla="*/ 43485 w 43485"/>
                <a:gd name="connsiteY2" fmla="*/ 220134 h 220678"/>
                <a:gd name="connsiteX3" fmla="*/ 43485 w 43485"/>
                <a:gd name="connsiteY3" fmla="*/ 220134 h 220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485" h="220678">
                  <a:moveTo>
                    <a:pt x="1152" y="0"/>
                  </a:moveTo>
                  <a:cubicBezTo>
                    <a:pt x="-260" y="76905"/>
                    <a:pt x="-1671" y="153811"/>
                    <a:pt x="5385" y="190500"/>
                  </a:cubicBezTo>
                  <a:cubicBezTo>
                    <a:pt x="12441" y="227189"/>
                    <a:pt x="43485" y="220134"/>
                    <a:pt x="43485" y="220134"/>
                  </a:cubicBezTo>
                  <a:lnTo>
                    <a:pt x="43485" y="220134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3B98EAD8-D94C-0D3E-14A1-C673B2C0A1B3}"/>
                </a:ext>
              </a:extLst>
            </p:cNvPr>
            <p:cNvSpPr/>
            <p:nvPr/>
          </p:nvSpPr>
          <p:spPr>
            <a:xfrm flipH="1">
              <a:off x="5303898" y="2311464"/>
              <a:ext cx="79108" cy="80819"/>
            </a:xfrm>
            <a:custGeom>
              <a:avLst/>
              <a:gdLst>
                <a:gd name="connsiteX0" fmla="*/ 165748 w 165748"/>
                <a:gd name="connsiteY0" fmla="*/ 0 h 169333"/>
                <a:gd name="connsiteX1" fmla="*/ 13348 w 165748"/>
                <a:gd name="connsiteY1" fmla="*/ 122766 h 169333"/>
                <a:gd name="connsiteX2" fmla="*/ 17581 w 165748"/>
                <a:gd name="connsiteY2" fmla="*/ 169333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5748" h="169333">
                  <a:moveTo>
                    <a:pt x="165748" y="0"/>
                  </a:moveTo>
                  <a:cubicBezTo>
                    <a:pt x="101895" y="47272"/>
                    <a:pt x="38042" y="94544"/>
                    <a:pt x="13348" y="122766"/>
                  </a:cubicBezTo>
                  <a:cubicBezTo>
                    <a:pt x="-11347" y="150988"/>
                    <a:pt x="3117" y="160160"/>
                    <a:pt x="17581" y="169333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2F46357-4787-14E3-6B6A-DA0F971257D6}"/>
                </a:ext>
              </a:extLst>
            </p:cNvPr>
            <p:cNvSpPr/>
            <p:nvPr/>
          </p:nvSpPr>
          <p:spPr>
            <a:xfrm flipH="1">
              <a:off x="5210956" y="2337654"/>
              <a:ext cx="133351" cy="161714"/>
            </a:xfrm>
            <a:custGeom>
              <a:avLst/>
              <a:gdLst>
                <a:gd name="connsiteX0" fmla="*/ 279400 w 279400"/>
                <a:gd name="connsiteY0" fmla="*/ 4392 h 338826"/>
                <a:gd name="connsiteX1" fmla="*/ 177800 w 279400"/>
                <a:gd name="connsiteY1" fmla="*/ 46726 h 338826"/>
                <a:gd name="connsiteX2" fmla="*/ 0 w 279400"/>
                <a:gd name="connsiteY2" fmla="*/ 338826 h 338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9400" h="338826">
                  <a:moveTo>
                    <a:pt x="279400" y="4392"/>
                  </a:moveTo>
                  <a:cubicBezTo>
                    <a:pt x="251883" y="-2311"/>
                    <a:pt x="224367" y="-9013"/>
                    <a:pt x="177800" y="46726"/>
                  </a:cubicBezTo>
                  <a:cubicBezTo>
                    <a:pt x="131233" y="102465"/>
                    <a:pt x="65616" y="220645"/>
                    <a:pt x="0" y="338826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CF11C6F7-E934-8D34-68AB-784629E3C756}"/>
                </a:ext>
              </a:extLst>
            </p:cNvPr>
            <p:cNvSpPr/>
            <p:nvPr/>
          </p:nvSpPr>
          <p:spPr>
            <a:xfrm flipH="1">
              <a:off x="5267530" y="2410468"/>
              <a:ext cx="2020" cy="107085"/>
            </a:xfrm>
            <a:custGeom>
              <a:avLst/>
              <a:gdLst>
                <a:gd name="connsiteX0" fmla="*/ 0 w 4233"/>
                <a:gd name="connsiteY0" fmla="*/ 0 h 224367"/>
                <a:gd name="connsiteX1" fmla="*/ 4233 w 4233"/>
                <a:gd name="connsiteY1" fmla="*/ 224367 h 224367"/>
                <a:gd name="connsiteX2" fmla="*/ 4233 w 4233"/>
                <a:gd name="connsiteY2" fmla="*/ 224367 h 224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33" h="224367">
                  <a:moveTo>
                    <a:pt x="0" y="0"/>
                  </a:moveTo>
                  <a:lnTo>
                    <a:pt x="4233" y="224367"/>
                  </a:lnTo>
                  <a:lnTo>
                    <a:pt x="4233" y="224367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7036915A-9A79-1FA1-A047-146A4049A558}"/>
                </a:ext>
              </a:extLst>
            </p:cNvPr>
            <p:cNvSpPr/>
            <p:nvPr/>
          </p:nvSpPr>
          <p:spPr>
            <a:xfrm flipH="1">
              <a:off x="5202874" y="2343792"/>
              <a:ext cx="10103" cy="94963"/>
            </a:xfrm>
            <a:custGeom>
              <a:avLst/>
              <a:gdLst>
                <a:gd name="connsiteX0" fmla="*/ 0 w 21167"/>
                <a:gd name="connsiteY0" fmla="*/ 0 h 198967"/>
                <a:gd name="connsiteX1" fmla="*/ 21167 w 21167"/>
                <a:gd name="connsiteY1" fmla="*/ 198967 h 198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1167" h="198967">
                  <a:moveTo>
                    <a:pt x="0" y="0"/>
                  </a:moveTo>
                  <a:lnTo>
                    <a:pt x="21167" y="198967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389A40DE-E683-58CD-FCF4-914EF5AB899D}"/>
                </a:ext>
              </a:extLst>
            </p:cNvPr>
            <p:cNvSpPr/>
            <p:nvPr/>
          </p:nvSpPr>
          <p:spPr>
            <a:xfrm flipH="1">
              <a:off x="5140509" y="2307423"/>
              <a:ext cx="147225" cy="36544"/>
            </a:xfrm>
            <a:custGeom>
              <a:avLst/>
              <a:gdLst>
                <a:gd name="connsiteX0" fmla="*/ 0 w 308469"/>
                <a:gd name="connsiteY0" fmla="*/ 0 h 76567"/>
                <a:gd name="connsiteX1" fmla="*/ 50800 w 308469"/>
                <a:gd name="connsiteY1" fmla="*/ 8467 h 76567"/>
                <a:gd name="connsiteX2" fmla="*/ 84666 w 308469"/>
                <a:gd name="connsiteY2" fmla="*/ 21167 h 76567"/>
                <a:gd name="connsiteX3" fmla="*/ 287866 w 308469"/>
                <a:gd name="connsiteY3" fmla="*/ 50800 h 76567"/>
                <a:gd name="connsiteX4" fmla="*/ 296333 w 308469"/>
                <a:gd name="connsiteY4" fmla="*/ 76200 h 76567"/>
                <a:gd name="connsiteX5" fmla="*/ 241300 w 308469"/>
                <a:gd name="connsiteY5" fmla="*/ 63500 h 76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8469" h="76567">
                  <a:moveTo>
                    <a:pt x="0" y="0"/>
                  </a:moveTo>
                  <a:cubicBezTo>
                    <a:pt x="18344" y="2469"/>
                    <a:pt x="36689" y="4939"/>
                    <a:pt x="50800" y="8467"/>
                  </a:cubicBezTo>
                  <a:cubicBezTo>
                    <a:pt x="64911" y="11995"/>
                    <a:pt x="45155" y="14112"/>
                    <a:pt x="84666" y="21167"/>
                  </a:cubicBezTo>
                  <a:cubicBezTo>
                    <a:pt x="124177" y="28222"/>
                    <a:pt x="252588" y="41628"/>
                    <a:pt x="287866" y="50800"/>
                  </a:cubicBezTo>
                  <a:cubicBezTo>
                    <a:pt x="323144" y="59972"/>
                    <a:pt x="304094" y="74083"/>
                    <a:pt x="296333" y="76200"/>
                  </a:cubicBezTo>
                  <a:cubicBezTo>
                    <a:pt x="288572" y="78317"/>
                    <a:pt x="264936" y="70908"/>
                    <a:pt x="241300" y="6350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FAB71A8-263D-4100-B080-F3DC282C16F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08308" y="2337654"/>
              <a:ext cx="116177" cy="5462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A04370A-5CE1-F9D2-FD35-375575FE4A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41236" y="2374061"/>
              <a:ext cx="108504" cy="6413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A42DBCA-D84E-735D-7457-82DE8B738D9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03557" y="2395350"/>
              <a:ext cx="31074" cy="3949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ED683FAE-E47C-7F85-A125-E51D52C75E19}"/>
                </a:ext>
              </a:extLst>
            </p:cNvPr>
            <p:cNvSpPr/>
            <p:nvPr/>
          </p:nvSpPr>
          <p:spPr>
            <a:xfrm flipH="1">
              <a:off x="5061429" y="2304099"/>
              <a:ext cx="36969" cy="32327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</p:grpSp>
      <p:grpSp>
        <p:nvGrpSpPr>
          <p:cNvPr id="1030" name="Group 1029">
            <a:extLst>
              <a:ext uri="{FF2B5EF4-FFF2-40B4-BE49-F238E27FC236}">
                <a16:creationId xmlns:a16="http://schemas.microsoft.com/office/drawing/2014/main" id="{A0B961B8-2365-14E3-35BE-6177A6B01D38}"/>
              </a:ext>
            </a:extLst>
          </p:cNvPr>
          <p:cNvGrpSpPr/>
          <p:nvPr/>
        </p:nvGrpSpPr>
        <p:grpSpPr>
          <a:xfrm flipH="1">
            <a:off x="4763325" y="3834044"/>
            <a:ext cx="714143" cy="804641"/>
            <a:chOff x="8890000" y="4287338"/>
            <a:chExt cx="1496283" cy="1685895"/>
          </a:xfrm>
        </p:grpSpPr>
        <p:sp>
          <p:nvSpPr>
            <p:cNvPr id="1033" name="Freeform 1032">
              <a:extLst>
                <a:ext uri="{FF2B5EF4-FFF2-40B4-BE49-F238E27FC236}">
                  <a16:creationId xmlns:a16="http://schemas.microsoft.com/office/drawing/2014/main" id="{1E001A9B-5B3A-D931-382C-10B389DD4DA1}"/>
                </a:ext>
              </a:extLst>
            </p:cNvPr>
            <p:cNvSpPr/>
            <p:nvPr/>
          </p:nvSpPr>
          <p:spPr>
            <a:xfrm>
              <a:off x="9306125" y="4287338"/>
              <a:ext cx="1080158" cy="1635809"/>
            </a:xfrm>
            <a:custGeom>
              <a:avLst/>
              <a:gdLst>
                <a:gd name="connsiteX0" fmla="*/ 269675 w 1080158"/>
                <a:gd name="connsiteY0" fmla="*/ 98395 h 1635809"/>
                <a:gd name="connsiteX1" fmla="*/ 337408 w 1080158"/>
                <a:gd name="connsiteY1" fmla="*/ 22195 h 1635809"/>
                <a:gd name="connsiteX2" fmla="*/ 519442 w 1080158"/>
                <a:gd name="connsiteY2" fmla="*/ 1029 h 1635809"/>
                <a:gd name="connsiteX3" fmla="*/ 688775 w 1080158"/>
                <a:gd name="connsiteY3" fmla="*/ 47595 h 1635809"/>
                <a:gd name="connsiteX4" fmla="*/ 832708 w 1080158"/>
                <a:gd name="connsiteY4" fmla="*/ 136495 h 1635809"/>
                <a:gd name="connsiteX5" fmla="*/ 904675 w 1080158"/>
                <a:gd name="connsiteY5" fmla="*/ 216929 h 1635809"/>
                <a:gd name="connsiteX6" fmla="*/ 955475 w 1080158"/>
                <a:gd name="connsiteY6" fmla="*/ 314295 h 1635809"/>
                <a:gd name="connsiteX7" fmla="*/ 972408 w 1080158"/>
                <a:gd name="connsiteY7" fmla="*/ 424362 h 1635809"/>
                <a:gd name="connsiteX8" fmla="*/ 989342 w 1080158"/>
                <a:gd name="connsiteY8" fmla="*/ 504795 h 1635809"/>
                <a:gd name="connsiteX9" fmla="*/ 1006275 w 1080158"/>
                <a:gd name="connsiteY9" fmla="*/ 602162 h 1635809"/>
                <a:gd name="connsiteX10" fmla="*/ 1031675 w 1080158"/>
                <a:gd name="connsiteY10" fmla="*/ 682595 h 1635809"/>
                <a:gd name="connsiteX11" fmla="*/ 1057075 w 1080158"/>
                <a:gd name="connsiteY11" fmla="*/ 775729 h 1635809"/>
                <a:gd name="connsiteX12" fmla="*/ 1078242 w 1080158"/>
                <a:gd name="connsiteY12" fmla="*/ 868862 h 1635809"/>
                <a:gd name="connsiteX13" fmla="*/ 1006275 w 1080158"/>
                <a:gd name="connsiteY13" fmla="*/ 1249862 h 1635809"/>
                <a:gd name="connsiteX14" fmla="*/ 862342 w 1080158"/>
                <a:gd name="connsiteY14" fmla="*/ 1541962 h 1635809"/>
                <a:gd name="connsiteX15" fmla="*/ 845408 w 1080158"/>
                <a:gd name="connsiteY15" fmla="*/ 1635095 h 1635809"/>
                <a:gd name="connsiteX16" fmla="*/ 790375 w 1080158"/>
                <a:gd name="connsiteY16" fmla="*/ 1584295 h 1635809"/>
                <a:gd name="connsiteX17" fmla="*/ 557542 w 1080158"/>
                <a:gd name="connsiteY17" fmla="*/ 1571595 h 1635809"/>
                <a:gd name="connsiteX18" fmla="*/ 256975 w 1080158"/>
                <a:gd name="connsiteY18" fmla="*/ 1440362 h 1635809"/>
                <a:gd name="connsiteX19" fmla="*/ 66475 w 1080158"/>
                <a:gd name="connsiteY19" fmla="*/ 1156729 h 1635809"/>
                <a:gd name="connsiteX20" fmla="*/ 7208 w 1080158"/>
                <a:gd name="connsiteY20" fmla="*/ 898495 h 1635809"/>
                <a:gd name="connsiteX21" fmla="*/ 19908 w 1080158"/>
                <a:gd name="connsiteY21" fmla="*/ 593695 h 1635809"/>
                <a:gd name="connsiteX22" fmla="*/ 176542 w 1080158"/>
                <a:gd name="connsiteY22" fmla="*/ 356629 h 1635809"/>
                <a:gd name="connsiteX23" fmla="*/ 367042 w 1080158"/>
                <a:gd name="connsiteY23" fmla="*/ 322762 h 1635809"/>
                <a:gd name="connsiteX24" fmla="*/ 265442 w 1080158"/>
                <a:gd name="connsiteY24" fmla="*/ 271962 h 1635809"/>
                <a:gd name="connsiteX25" fmla="*/ 189242 w 1080158"/>
                <a:gd name="connsiteY25" fmla="*/ 288895 h 1635809"/>
                <a:gd name="connsiteX26" fmla="*/ 269675 w 1080158"/>
                <a:gd name="connsiteY26" fmla="*/ 98395 h 1635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080158" h="1635809">
                  <a:moveTo>
                    <a:pt x="269675" y="98395"/>
                  </a:moveTo>
                  <a:cubicBezTo>
                    <a:pt x="294369" y="53945"/>
                    <a:pt x="295780" y="38423"/>
                    <a:pt x="337408" y="22195"/>
                  </a:cubicBezTo>
                  <a:cubicBezTo>
                    <a:pt x="379036" y="5967"/>
                    <a:pt x="460881" y="-3204"/>
                    <a:pt x="519442" y="1029"/>
                  </a:cubicBezTo>
                  <a:cubicBezTo>
                    <a:pt x="578003" y="5262"/>
                    <a:pt x="636564" y="25017"/>
                    <a:pt x="688775" y="47595"/>
                  </a:cubicBezTo>
                  <a:cubicBezTo>
                    <a:pt x="740986" y="70173"/>
                    <a:pt x="796725" y="108273"/>
                    <a:pt x="832708" y="136495"/>
                  </a:cubicBezTo>
                  <a:cubicBezTo>
                    <a:pt x="868691" y="164717"/>
                    <a:pt x="884214" y="187296"/>
                    <a:pt x="904675" y="216929"/>
                  </a:cubicBezTo>
                  <a:cubicBezTo>
                    <a:pt x="925136" y="246562"/>
                    <a:pt x="944186" y="279723"/>
                    <a:pt x="955475" y="314295"/>
                  </a:cubicBezTo>
                  <a:cubicBezTo>
                    <a:pt x="966764" y="348867"/>
                    <a:pt x="966764" y="392612"/>
                    <a:pt x="972408" y="424362"/>
                  </a:cubicBezTo>
                  <a:cubicBezTo>
                    <a:pt x="978052" y="456112"/>
                    <a:pt x="983698" y="475162"/>
                    <a:pt x="989342" y="504795"/>
                  </a:cubicBezTo>
                  <a:cubicBezTo>
                    <a:pt x="994986" y="534428"/>
                    <a:pt x="999220" y="572529"/>
                    <a:pt x="1006275" y="602162"/>
                  </a:cubicBezTo>
                  <a:cubicBezTo>
                    <a:pt x="1013330" y="631795"/>
                    <a:pt x="1023208" y="653667"/>
                    <a:pt x="1031675" y="682595"/>
                  </a:cubicBezTo>
                  <a:cubicBezTo>
                    <a:pt x="1040142" y="711523"/>
                    <a:pt x="1049314" y="744685"/>
                    <a:pt x="1057075" y="775729"/>
                  </a:cubicBezTo>
                  <a:cubicBezTo>
                    <a:pt x="1064836" y="806773"/>
                    <a:pt x="1086709" y="789840"/>
                    <a:pt x="1078242" y="868862"/>
                  </a:cubicBezTo>
                  <a:cubicBezTo>
                    <a:pt x="1069775" y="947884"/>
                    <a:pt x="1042258" y="1137679"/>
                    <a:pt x="1006275" y="1249862"/>
                  </a:cubicBezTo>
                  <a:cubicBezTo>
                    <a:pt x="970292" y="1362045"/>
                    <a:pt x="889153" y="1477757"/>
                    <a:pt x="862342" y="1541962"/>
                  </a:cubicBezTo>
                  <a:cubicBezTo>
                    <a:pt x="835531" y="1606167"/>
                    <a:pt x="857402" y="1628040"/>
                    <a:pt x="845408" y="1635095"/>
                  </a:cubicBezTo>
                  <a:cubicBezTo>
                    <a:pt x="833414" y="1642150"/>
                    <a:pt x="838353" y="1594878"/>
                    <a:pt x="790375" y="1584295"/>
                  </a:cubicBezTo>
                  <a:cubicBezTo>
                    <a:pt x="742397" y="1573712"/>
                    <a:pt x="646442" y="1595584"/>
                    <a:pt x="557542" y="1571595"/>
                  </a:cubicBezTo>
                  <a:cubicBezTo>
                    <a:pt x="468642" y="1547606"/>
                    <a:pt x="338820" y="1509506"/>
                    <a:pt x="256975" y="1440362"/>
                  </a:cubicBezTo>
                  <a:cubicBezTo>
                    <a:pt x="175130" y="1371218"/>
                    <a:pt x="108103" y="1247040"/>
                    <a:pt x="66475" y="1156729"/>
                  </a:cubicBezTo>
                  <a:cubicBezTo>
                    <a:pt x="24847" y="1066418"/>
                    <a:pt x="14969" y="992334"/>
                    <a:pt x="7208" y="898495"/>
                  </a:cubicBezTo>
                  <a:cubicBezTo>
                    <a:pt x="-553" y="804656"/>
                    <a:pt x="-8314" y="684006"/>
                    <a:pt x="19908" y="593695"/>
                  </a:cubicBezTo>
                  <a:cubicBezTo>
                    <a:pt x="48130" y="503384"/>
                    <a:pt x="118686" y="401784"/>
                    <a:pt x="176542" y="356629"/>
                  </a:cubicBezTo>
                  <a:cubicBezTo>
                    <a:pt x="234398" y="311474"/>
                    <a:pt x="352225" y="336873"/>
                    <a:pt x="367042" y="322762"/>
                  </a:cubicBezTo>
                  <a:cubicBezTo>
                    <a:pt x="381859" y="308651"/>
                    <a:pt x="295075" y="277606"/>
                    <a:pt x="265442" y="271962"/>
                  </a:cubicBezTo>
                  <a:cubicBezTo>
                    <a:pt x="235809" y="266318"/>
                    <a:pt x="192770" y="310767"/>
                    <a:pt x="189242" y="288895"/>
                  </a:cubicBezTo>
                  <a:cubicBezTo>
                    <a:pt x="185714" y="267023"/>
                    <a:pt x="244981" y="142845"/>
                    <a:pt x="269675" y="98395"/>
                  </a:cubicBez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38" name="Freeform 1037">
              <a:extLst>
                <a:ext uri="{FF2B5EF4-FFF2-40B4-BE49-F238E27FC236}">
                  <a16:creationId xmlns:a16="http://schemas.microsoft.com/office/drawing/2014/main" id="{9ABB30F7-0686-C75E-2ED2-619EC200DFCD}"/>
                </a:ext>
              </a:extLst>
            </p:cNvPr>
            <p:cNvSpPr/>
            <p:nvPr/>
          </p:nvSpPr>
          <p:spPr>
            <a:xfrm>
              <a:off x="9605433" y="4315899"/>
              <a:ext cx="304800" cy="370401"/>
            </a:xfrm>
            <a:custGeom>
              <a:avLst/>
              <a:gdLst>
                <a:gd name="connsiteX0" fmla="*/ 0 w 304800"/>
                <a:gd name="connsiteY0" fmla="*/ 19034 h 370401"/>
                <a:gd name="connsiteX1" fmla="*/ 97367 w 304800"/>
                <a:gd name="connsiteY1" fmla="*/ 2101 h 370401"/>
                <a:gd name="connsiteX2" fmla="*/ 220134 w 304800"/>
                <a:gd name="connsiteY2" fmla="*/ 61368 h 370401"/>
                <a:gd name="connsiteX3" fmla="*/ 275167 w 304800"/>
                <a:gd name="connsiteY3" fmla="*/ 141801 h 370401"/>
                <a:gd name="connsiteX4" fmla="*/ 304800 w 304800"/>
                <a:gd name="connsiteY4" fmla="*/ 370401 h 370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0" h="370401">
                  <a:moveTo>
                    <a:pt x="0" y="19034"/>
                  </a:moveTo>
                  <a:cubicBezTo>
                    <a:pt x="30339" y="7039"/>
                    <a:pt x="60678" y="-4955"/>
                    <a:pt x="97367" y="2101"/>
                  </a:cubicBezTo>
                  <a:cubicBezTo>
                    <a:pt x="134056" y="9157"/>
                    <a:pt x="190501" y="38085"/>
                    <a:pt x="220134" y="61368"/>
                  </a:cubicBezTo>
                  <a:cubicBezTo>
                    <a:pt x="249767" y="84651"/>
                    <a:pt x="261056" y="90296"/>
                    <a:pt x="275167" y="141801"/>
                  </a:cubicBezTo>
                  <a:cubicBezTo>
                    <a:pt x="289278" y="193306"/>
                    <a:pt x="297039" y="281853"/>
                    <a:pt x="304800" y="370401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1039" name="Freeform 1038">
              <a:extLst>
                <a:ext uri="{FF2B5EF4-FFF2-40B4-BE49-F238E27FC236}">
                  <a16:creationId xmlns:a16="http://schemas.microsoft.com/office/drawing/2014/main" id="{D8CEA5B5-A558-6A61-A00C-55CD54BE1514}"/>
                </a:ext>
              </a:extLst>
            </p:cNvPr>
            <p:cNvSpPr/>
            <p:nvPr/>
          </p:nvSpPr>
          <p:spPr>
            <a:xfrm>
              <a:off x="9475451" y="4668428"/>
              <a:ext cx="396682" cy="794243"/>
            </a:xfrm>
            <a:custGeom>
              <a:avLst/>
              <a:gdLst>
                <a:gd name="connsiteX0" fmla="*/ 396682 w 396682"/>
                <a:gd name="connsiteY0" fmla="*/ 22105 h 794243"/>
                <a:gd name="connsiteX1" fmla="*/ 134216 w 396682"/>
                <a:gd name="connsiteY1" fmla="*/ 5172 h 794243"/>
                <a:gd name="connsiteX2" fmla="*/ 19916 w 396682"/>
                <a:gd name="connsiteY2" fmla="*/ 102539 h 794243"/>
                <a:gd name="connsiteX3" fmla="*/ 2982 w 396682"/>
                <a:gd name="connsiteY3" fmla="*/ 259172 h 794243"/>
                <a:gd name="connsiteX4" fmla="*/ 53782 w 396682"/>
                <a:gd name="connsiteY4" fmla="*/ 390405 h 794243"/>
                <a:gd name="connsiteX5" fmla="*/ 19916 w 396682"/>
                <a:gd name="connsiteY5" fmla="*/ 530105 h 794243"/>
                <a:gd name="connsiteX6" fmla="*/ 79182 w 396682"/>
                <a:gd name="connsiteY6" fmla="*/ 703672 h 794243"/>
                <a:gd name="connsiteX7" fmla="*/ 210416 w 396682"/>
                <a:gd name="connsiteY7" fmla="*/ 792572 h 794243"/>
                <a:gd name="connsiteX8" fmla="*/ 341649 w 396682"/>
                <a:gd name="connsiteY8" fmla="*/ 754472 h 794243"/>
                <a:gd name="connsiteX9" fmla="*/ 396682 w 396682"/>
                <a:gd name="connsiteY9" fmla="*/ 665572 h 794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6682" h="794243">
                  <a:moveTo>
                    <a:pt x="396682" y="22105"/>
                  </a:moveTo>
                  <a:cubicBezTo>
                    <a:pt x="296846" y="6935"/>
                    <a:pt x="197010" y="-8234"/>
                    <a:pt x="134216" y="5172"/>
                  </a:cubicBezTo>
                  <a:cubicBezTo>
                    <a:pt x="71422" y="18578"/>
                    <a:pt x="41788" y="60206"/>
                    <a:pt x="19916" y="102539"/>
                  </a:cubicBezTo>
                  <a:cubicBezTo>
                    <a:pt x="-1956" y="144872"/>
                    <a:pt x="-2662" y="211194"/>
                    <a:pt x="2982" y="259172"/>
                  </a:cubicBezTo>
                  <a:cubicBezTo>
                    <a:pt x="8626" y="307150"/>
                    <a:pt x="50960" y="345250"/>
                    <a:pt x="53782" y="390405"/>
                  </a:cubicBezTo>
                  <a:cubicBezTo>
                    <a:pt x="56604" y="435560"/>
                    <a:pt x="15683" y="477894"/>
                    <a:pt x="19916" y="530105"/>
                  </a:cubicBezTo>
                  <a:cubicBezTo>
                    <a:pt x="24149" y="582316"/>
                    <a:pt x="47432" y="659928"/>
                    <a:pt x="79182" y="703672"/>
                  </a:cubicBezTo>
                  <a:cubicBezTo>
                    <a:pt x="110932" y="747416"/>
                    <a:pt x="166671" y="784105"/>
                    <a:pt x="210416" y="792572"/>
                  </a:cubicBezTo>
                  <a:cubicBezTo>
                    <a:pt x="254161" y="801039"/>
                    <a:pt x="310605" y="775639"/>
                    <a:pt x="341649" y="754472"/>
                  </a:cubicBezTo>
                  <a:cubicBezTo>
                    <a:pt x="372693" y="733305"/>
                    <a:pt x="384687" y="699438"/>
                    <a:pt x="396682" y="665572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40" name="Freeform 1039">
              <a:extLst>
                <a:ext uri="{FF2B5EF4-FFF2-40B4-BE49-F238E27FC236}">
                  <a16:creationId xmlns:a16="http://schemas.microsoft.com/office/drawing/2014/main" id="{90262E91-2B93-A41D-D545-48B442F14FBC}"/>
                </a:ext>
              </a:extLst>
            </p:cNvPr>
            <p:cNvSpPr/>
            <p:nvPr/>
          </p:nvSpPr>
          <p:spPr>
            <a:xfrm>
              <a:off x="9307679" y="5468363"/>
              <a:ext cx="361254" cy="255104"/>
            </a:xfrm>
            <a:custGeom>
              <a:avLst/>
              <a:gdLst>
                <a:gd name="connsiteX0" fmla="*/ 272354 w 361254"/>
                <a:gd name="connsiteY0" fmla="*/ 255104 h 255104"/>
                <a:gd name="connsiteX1" fmla="*/ 259654 w 361254"/>
                <a:gd name="connsiteY1" fmla="*/ 157737 h 255104"/>
                <a:gd name="connsiteX2" fmla="*/ 149588 w 361254"/>
                <a:gd name="connsiteY2" fmla="*/ 98470 h 255104"/>
                <a:gd name="connsiteX3" fmla="*/ 86088 w 361254"/>
                <a:gd name="connsiteY3" fmla="*/ 102704 h 255104"/>
                <a:gd name="connsiteX4" fmla="*/ 56454 w 361254"/>
                <a:gd name="connsiteY4" fmla="*/ 77304 h 255104"/>
                <a:gd name="connsiteX5" fmla="*/ 1421 w 361254"/>
                <a:gd name="connsiteY5" fmla="*/ 98470 h 255104"/>
                <a:gd name="connsiteX6" fmla="*/ 119954 w 361254"/>
                <a:gd name="connsiteY6" fmla="*/ 13804 h 255104"/>
                <a:gd name="connsiteX7" fmla="*/ 361254 w 361254"/>
                <a:gd name="connsiteY7" fmla="*/ 1104 h 255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1254" h="255104">
                  <a:moveTo>
                    <a:pt x="272354" y="255104"/>
                  </a:moveTo>
                  <a:cubicBezTo>
                    <a:pt x="276234" y="219473"/>
                    <a:pt x="280115" y="183843"/>
                    <a:pt x="259654" y="157737"/>
                  </a:cubicBezTo>
                  <a:cubicBezTo>
                    <a:pt x="239193" y="131631"/>
                    <a:pt x="178516" y="107642"/>
                    <a:pt x="149588" y="98470"/>
                  </a:cubicBezTo>
                  <a:cubicBezTo>
                    <a:pt x="120660" y="89298"/>
                    <a:pt x="101610" y="106232"/>
                    <a:pt x="86088" y="102704"/>
                  </a:cubicBezTo>
                  <a:cubicBezTo>
                    <a:pt x="70566" y="99176"/>
                    <a:pt x="70565" y="78010"/>
                    <a:pt x="56454" y="77304"/>
                  </a:cubicBezTo>
                  <a:cubicBezTo>
                    <a:pt x="42343" y="76598"/>
                    <a:pt x="-9162" y="109053"/>
                    <a:pt x="1421" y="98470"/>
                  </a:cubicBezTo>
                  <a:cubicBezTo>
                    <a:pt x="12004" y="87887"/>
                    <a:pt x="59982" y="30032"/>
                    <a:pt x="119954" y="13804"/>
                  </a:cubicBezTo>
                  <a:cubicBezTo>
                    <a:pt x="179926" y="-2424"/>
                    <a:pt x="270590" y="-660"/>
                    <a:pt x="361254" y="1104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41" name="Freeform 1040">
              <a:extLst>
                <a:ext uri="{FF2B5EF4-FFF2-40B4-BE49-F238E27FC236}">
                  <a16:creationId xmlns:a16="http://schemas.microsoft.com/office/drawing/2014/main" id="{231D566F-E047-E03B-E4D0-9DA0BE9CC5D9}"/>
                </a:ext>
              </a:extLst>
            </p:cNvPr>
            <p:cNvSpPr/>
            <p:nvPr/>
          </p:nvSpPr>
          <p:spPr>
            <a:xfrm>
              <a:off x="9583409" y="4398118"/>
              <a:ext cx="575038" cy="1382429"/>
            </a:xfrm>
            <a:custGeom>
              <a:avLst/>
              <a:gdLst>
                <a:gd name="connsiteX0" fmla="*/ 305658 w 575038"/>
                <a:gd name="connsiteY0" fmla="*/ 21482 h 1382429"/>
                <a:gd name="connsiteX1" fmla="*/ 462291 w 575038"/>
                <a:gd name="connsiteY1" fmla="*/ 8782 h 1382429"/>
                <a:gd name="connsiteX2" fmla="*/ 572358 w 575038"/>
                <a:gd name="connsiteY2" fmla="*/ 135782 h 1382429"/>
                <a:gd name="connsiteX3" fmla="*/ 534258 w 575038"/>
                <a:gd name="connsiteY3" fmla="*/ 372849 h 1382429"/>
                <a:gd name="connsiteX4" fmla="*/ 458058 w 575038"/>
                <a:gd name="connsiteY4" fmla="*/ 491382 h 1382429"/>
                <a:gd name="connsiteX5" fmla="*/ 424191 w 575038"/>
                <a:gd name="connsiteY5" fmla="*/ 1050182 h 1382429"/>
                <a:gd name="connsiteX6" fmla="*/ 326824 w 575038"/>
                <a:gd name="connsiteY6" fmla="*/ 1329582 h 1382429"/>
                <a:gd name="connsiteX7" fmla="*/ 119391 w 575038"/>
                <a:gd name="connsiteY7" fmla="*/ 1367682 h 1382429"/>
                <a:gd name="connsiteX8" fmla="*/ 858 w 575038"/>
                <a:gd name="connsiteY8" fmla="*/ 1156015 h 1382429"/>
                <a:gd name="connsiteX9" fmla="*/ 68591 w 575038"/>
                <a:gd name="connsiteY9" fmla="*/ 1122149 h 1382429"/>
                <a:gd name="connsiteX10" fmla="*/ 119391 w 575038"/>
                <a:gd name="connsiteY10" fmla="*/ 1244915 h 1382429"/>
                <a:gd name="connsiteX11" fmla="*/ 237924 w 575038"/>
                <a:gd name="connsiteY11" fmla="*/ 1283015 h 1382429"/>
                <a:gd name="connsiteX12" fmla="*/ 297191 w 575038"/>
                <a:gd name="connsiteY12" fmla="*/ 1164482 h 1382429"/>
                <a:gd name="connsiteX13" fmla="*/ 356458 w 575038"/>
                <a:gd name="connsiteY13" fmla="*/ 504082 h 1382429"/>
                <a:gd name="connsiteX14" fmla="*/ 360691 w 575038"/>
                <a:gd name="connsiteY14" fmla="*/ 419415 h 1382429"/>
                <a:gd name="connsiteX15" fmla="*/ 445358 w 575038"/>
                <a:gd name="connsiteY15" fmla="*/ 334749 h 1382429"/>
                <a:gd name="connsiteX16" fmla="*/ 491924 w 575038"/>
                <a:gd name="connsiteY16" fmla="*/ 233149 h 1382429"/>
                <a:gd name="connsiteX17" fmla="*/ 474991 w 575038"/>
                <a:gd name="connsiteY17" fmla="*/ 135782 h 1382429"/>
                <a:gd name="connsiteX18" fmla="*/ 407258 w 575038"/>
                <a:gd name="connsiteY18" fmla="*/ 93449 h 1382429"/>
                <a:gd name="connsiteX19" fmla="*/ 339524 w 575038"/>
                <a:gd name="connsiteY19" fmla="*/ 106149 h 1382429"/>
                <a:gd name="connsiteX20" fmla="*/ 305658 w 575038"/>
                <a:gd name="connsiteY20" fmla="*/ 21482 h 1382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75038" h="1382429">
                  <a:moveTo>
                    <a:pt x="305658" y="21482"/>
                  </a:moveTo>
                  <a:cubicBezTo>
                    <a:pt x="326119" y="5254"/>
                    <a:pt x="417841" y="-10268"/>
                    <a:pt x="462291" y="8782"/>
                  </a:cubicBezTo>
                  <a:cubicBezTo>
                    <a:pt x="506741" y="27832"/>
                    <a:pt x="560364" y="75104"/>
                    <a:pt x="572358" y="135782"/>
                  </a:cubicBezTo>
                  <a:cubicBezTo>
                    <a:pt x="584352" y="196460"/>
                    <a:pt x="553308" y="313582"/>
                    <a:pt x="534258" y="372849"/>
                  </a:cubicBezTo>
                  <a:cubicBezTo>
                    <a:pt x="515208" y="432116"/>
                    <a:pt x="476402" y="378493"/>
                    <a:pt x="458058" y="491382"/>
                  </a:cubicBezTo>
                  <a:cubicBezTo>
                    <a:pt x="439714" y="604271"/>
                    <a:pt x="446063" y="910482"/>
                    <a:pt x="424191" y="1050182"/>
                  </a:cubicBezTo>
                  <a:cubicBezTo>
                    <a:pt x="402319" y="1189882"/>
                    <a:pt x="377624" y="1276665"/>
                    <a:pt x="326824" y="1329582"/>
                  </a:cubicBezTo>
                  <a:cubicBezTo>
                    <a:pt x="276024" y="1382499"/>
                    <a:pt x="173719" y="1396610"/>
                    <a:pt x="119391" y="1367682"/>
                  </a:cubicBezTo>
                  <a:cubicBezTo>
                    <a:pt x="65063" y="1338754"/>
                    <a:pt x="9325" y="1196937"/>
                    <a:pt x="858" y="1156015"/>
                  </a:cubicBezTo>
                  <a:cubicBezTo>
                    <a:pt x="-7609" y="1115093"/>
                    <a:pt x="48835" y="1107332"/>
                    <a:pt x="68591" y="1122149"/>
                  </a:cubicBezTo>
                  <a:cubicBezTo>
                    <a:pt x="88346" y="1136966"/>
                    <a:pt x="91169" y="1218104"/>
                    <a:pt x="119391" y="1244915"/>
                  </a:cubicBezTo>
                  <a:cubicBezTo>
                    <a:pt x="147613" y="1271726"/>
                    <a:pt x="208291" y="1296420"/>
                    <a:pt x="237924" y="1283015"/>
                  </a:cubicBezTo>
                  <a:cubicBezTo>
                    <a:pt x="267557" y="1269610"/>
                    <a:pt x="277435" y="1294304"/>
                    <a:pt x="297191" y="1164482"/>
                  </a:cubicBezTo>
                  <a:cubicBezTo>
                    <a:pt x="316947" y="1034660"/>
                    <a:pt x="345875" y="628260"/>
                    <a:pt x="356458" y="504082"/>
                  </a:cubicBezTo>
                  <a:cubicBezTo>
                    <a:pt x="367041" y="379904"/>
                    <a:pt x="345874" y="447637"/>
                    <a:pt x="360691" y="419415"/>
                  </a:cubicBezTo>
                  <a:cubicBezTo>
                    <a:pt x="375508" y="391193"/>
                    <a:pt x="423486" y="365793"/>
                    <a:pt x="445358" y="334749"/>
                  </a:cubicBezTo>
                  <a:cubicBezTo>
                    <a:pt x="467230" y="303705"/>
                    <a:pt x="486985" y="266310"/>
                    <a:pt x="491924" y="233149"/>
                  </a:cubicBezTo>
                  <a:cubicBezTo>
                    <a:pt x="496863" y="199988"/>
                    <a:pt x="489102" y="159065"/>
                    <a:pt x="474991" y="135782"/>
                  </a:cubicBezTo>
                  <a:cubicBezTo>
                    <a:pt x="460880" y="112499"/>
                    <a:pt x="429836" y="98388"/>
                    <a:pt x="407258" y="93449"/>
                  </a:cubicBezTo>
                  <a:cubicBezTo>
                    <a:pt x="384680" y="88510"/>
                    <a:pt x="355752" y="118849"/>
                    <a:pt x="339524" y="106149"/>
                  </a:cubicBezTo>
                  <a:cubicBezTo>
                    <a:pt x="323296" y="93449"/>
                    <a:pt x="285197" y="37710"/>
                    <a:pt x="305658" y="21482"/>
                  </a:cubicBezTo>
                  <a:close/>
                </a:path>
              </a:pathLst>
            </a:cu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42" name="Freeform 1041">
              <a:extLst>
                <a:ext uri="{FF2B5EF4-FFF2-40B4-BE49-F238E27FC236}">
                  <a16:creationId xmlns:a16="http://schemas.microsoft.com/office/drawing/2014/main" id="{4C31E3A2-5888-9CD7-38DF-CEF0DE8FA437}"/>
                </a:ext>
              </a:extLst>
            </p:cNvPr>
            <p:cNvSpPr/>
            <p:nvPr/>
          </p:nvSpPr>
          <p:spPr>
            <a:xfrm>
              <a:off x="10028767" y="4891682"/>
              <a:ext cx="311249" cy="934503"/>
            </a:xfrm>
            <a:custGeom>
              <a:avLst/>
              <a:gdLst>
                <a:gd name="connsiteX0" fmla="*/ 33866 w 311249"/>
                <a:gd name="connsiteY0" fmla="*/ 6285 h 934503"/>
                <a:gd name="connsiteX1" fmla="*/ 63500 w 311249"/>
                <a:gd name="connsiteY1" fmla="*/ 65551 h 934503"/>
                <a:gd name="connsiteX2" fmla="*/ 143933 w 311249"/>
                <a:gd name="connsiteY2" fmla="*/ 90951 h 934503"/>
                <a:gd name="connsiteX3" fmla="*/ 203200 w 311249"/>
                <a:gd name="connsiteY3" fmla="*/ 65551 h 934503"/>
                <a:gd name="connsiteX4" fmla="*/ 241300 w 311249"/>
                <a:gd name="connsiteY4" fmla="*/ 2051 h 934503"/>
                <a:gd name="connsiteX5" fmla="*/ 270933 w 311249"/>
                <a:gd name="connsiteY5" fmla="*/ 150218 h 934503"/>
                <a:gd name="connsiteX6" fmla="*/ 309033 w 311249"/>
                <a:gd name="connsiteY6" fmla="*/ 251818 h 934503"/>
                <a:gd name="connsiteX7" fmla="*/ 300566 w 311249"/>
                <a:gd name="connsiteY7" fmla="*/ 450785 h 934503"/>
                <a:gd name="connsiteX8" fmla="*/ 249766 w 311249"/>
                <a:gd name="connsiteY8" fmla="*/ 641285 h 934503"/>
                <a:gd name="connsiteX9" fmla="*/ 122766 w 311249"/>
                <a:gd name="connsiteY9" fmla="*/ 907985 h 934503"/>
                <a:gd name="connsiteX10" fmla="*/ 0 w 311249"/>
                <a:gd name="connsiteY10" fmla="*/ 924918 h 934503"/>
                <a:gd name="connsiteX11" fmla="*/ 0 w 311249"/>
                <a:gd name="connsiteY11" fmla="*/ 924918 h 934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1249" h="934503">
                  <a:moveTo>
                    <a:pt x="33866" y="6285"/>
                  </a:moveTo>
                  <a:cubicBezTo>
                    <a:pt x="39511" y="28862"/>
                    <a:pt x="45156" y="51440"/>
                    <a:pt x="63500" y="65551"/>
                  </a:cubicBezTo>
                  <a:cubicBezTo>
                    <a:pt x="81844" y="79662"/>
                    <a:pt x="120650" y="90951"/>
                    <a:pt x="143933" y="90951"/>
                  </a:cubicBezTo>
                  <a:cubicBezTo>
                    <a:pt x="167216" y="90951"/>
                    <a:pt x="186972" y="80368"/>
                    <a:pt x="203200" y="65551"/>
                  </a:cubicBezTo>
                  <a:cubicBezTo>
                    <a:pt x="219428" y="50734"/>
                    <a:pt x="230011" y="-12060"/>
                    <a:pt x="241300" y="2051"/>
                  </a:cubicBezTo>
                  <a:cubicBezTo>
                    <a:pt x="252589" y="16162"/>
                    <a:pt x="259644" y="108590"/>
                    <a:pt x="270933" y="150218"/>
                  </a:cubicBezTo>
                  <a:cubicBezTo>
                    <a:pt x="282222" y="191846"/>
                    <a:pt x="304094" y="201724"/>
                    <a:pt x="309033" y="251818"/>
                  </a:cubicBezTo>
                  <a:cubicBezTo>
                    <a:pt x="313972" y="301912"/>
                    <a:pt x="310444" y="385874"/>
                    <a:pt x="300566" y="450785"/>
                  </a:cubicBezTo>
                  <a:cubicBezTo>
                    <a:pt x="290688" y="515696"/>
                    <a:pt x="279399" y="565085"/>
                    <a:pt x="249766" y="641285"/>
                  </a:cubicBezTo>
                  <a:cubicBezTo>
                    <a:pt x="220133" y="717485"/>
                    <a:pt x="164394" y="860713"/>
                    <a:pt x="122766" y="907985"/>
                  </a:cubicBezTo>
                  <a:cubicBezTo>
                    <a:pt x="81138" y="955257"/>
                    <a:pt x="0" y="924918"/>
                    <a:pt x="0" y="924918"/>
                  </a:cubicBezTo>
                  <a:lnTo>
                    <a:pt x="0" y="924918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43" name="Freeform 1042">
              <a:extLst>
                <a:ext uri="{FF2B5EF4-FFF2-40B4-BE49-F238E27FC236}">
                  <a16:creationId xmlns:a16="http://schemas.microsoft.com/office/drawing/2014/main" id="{1D4B4D7A-E2D1-84DF-2A5C-BB45B5FDE9A9}"/>
                </a:ext>
              </a:extLst>
            </p:cNvPr>
            <p:cNvSpPr/>
            <p:nvPr/>
          </p:nvSpPr>
          <p:spPr>
            <a:xfrm>
              <a:off x="9842500" y="5617113"/>
              <a:ext cx="351527" cy="233354"/>
            </a:xfrm>
            <a:custGeom>
              <a:avLst/>
              <a:gdLst>
                <a:gd name="connsiteX0" fmla="*/ 143933 w 351527"/>
                <a:gd name="connsiteY0" fmla="*/ 4754 h 233354"/>
                <a:gd name="connsiteX1" fmla="*/ 182033 w 351527"/>
                <a:gd name="connsiteY1" fmla="*/ 72487 h 233354"/>
                <a:gd name="connsiteX2" fmla="*/ 292100 w 351527"/>
                <a:gd name="connsiteY2" fmla="*/ 59787 h 233354"/>
                <a:gd name="connsiteX3" fmla="*/ 351367 w 351527"/>
                <a:gd name="connsiteY3" fmla="*/ 520 h 233354"/>
                <a:gd name="connsiteX4" fmla="*/ 304800 w 351527"/>
                <a:gd name="connsiteY4" fmla="*/ 97887 h 233354"/>
                <a:gd name="connsiteX5" fmla="*/ 173567 w 351527"/>
                <a:gd name="connsiteY5" fmla="*/ 123287 h 233354"/>
                <a:gd name="connsiteX6" fmla="*/ 122767 w 351527"/>
                <a:gd name="connsiteY6" fmla="*/ 102120 h 233354"/>
                <a:gd name="connsiteX7" fmla="*/ 97367 w 351527"/>
                <a:gd name="connsiteY7" fmla="*/ 135987 h 233354"/>
                <a:gd name="connsiteX8" fmla="*/ 169333 w 351527"/>
                <a:gd name="connsiteY8" fmla="*/ 220654 h 233354"/>
                <a:gd name="connsiteX9" fmla="*/ 76200 w 351527"/>
                <a:gd name="connsiteY9" fmla="*/ 174087 h 233354"/>
                <a:gd name="connsiteX10" fmla="*/ 0 w 351527"/>
                <a:gd name="connsiteY10" fmla="*/ 233354 h 233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51527" h="233354">
                  <a:moveTo>
                    <a:pt x="143933" y="4754"/>
                  </a:moveTo>
                  <a:cubicBezTo>
                    <a:pt x="150636" y="34034"/>
                    <a:pt x="157339" y="63315"/>
                    <a:pt x="182033" y="72487"/>
                  </a:cubicBezTo>
                  <a:cubicBezTo>
                    <a:pt x="206728" y="81659"/>
                    <a:pt x="263878" y="71782"/>
                    <a:pt x="292100" y="59787"/>
                  </a:cubicBezTo>
                  <a:cubicBezTo>
                    <a:pt x="320322" y="47793"/>
                    <a:pt x="349250" y="-5830"/>
                    <a:pt x="351367" y="520"/>
                  </a:cubicBezTo>
                  <a:cubicBezTo>
                    <a:pt x="353484" y="6870"/>
                    <a:pt x="334433" y="77426"/>
                    <a:pt x="304800" y="97887"/>
                  </a:cubicBezTo>
                  <a:cubicBezTo>
                    <a:pt x="275167" y="118348"/>
                    <a:pt x="203906" y="122582"/>
                    <a:pt x="173567" y="123287"/>
                  </a:cubicBezTo>
                  <a:cubicBezTo>
                    <a:pt x="143228" y="123992"/>
                    <a:pt x="135467" y="100003"/>
                    <a:pt x="122767" y="102120"/>
                  </a:cubicBezTo>
                  <a:cubicBezTo>
                    <a:pt x="110067" y="104237"/>
                    <a:pt x="89606" y="116231"/>
                    <a:pt x="97367" y="135987"/>
                  </a:cubicBezTo>
                  <a:cubicBezTo>
                    <a:pt x="105128" y="155743"/>
                    <a:pt x="172861" y="214304"/>
                    <a:pt x="169333" y="220654"/>
                  </a:cubicBezTo>
                  <a:cubicBezTo>
                    <a:pt x="165805" y="227004"/>
                    <a:pt x="104422" y="171970"/>
                    <a:pt x="76200" y="174087"/>
                  </a:cubicBezTo>
                  <a:cubicBezTo>
                    <a:pt x="47978" y="176204"/>
                    <a:pt x="23989" y="204779"/>
                    <a:pt x="0" y="233354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44" name="Freeform 1043">
              <a:extLst>
                <a:ext uri="{FF2B5EF4-FFF2-40B4-BE49-F238E27FC236}">
                  <a16:creationId xmlns:a16="http://schemas.microsoft.com/office/drawing/2014/main" id="{2CA3F058-7F26-C7AD-625B-8844C0352916}"/>
                </a:ext>
              </a:extLst>
            </p:cNvPr>
            <p:cNvSpPr/>
            <p:nvPr/>
          </p:nvSpPr>
          <p:spPr>
            <a:xfrm>
              <a:off x="9414933" y="5761567"/>
              <a:ext cx="177800" cy="211666"/>
            </a:xfrm>
            <a:custGeom>
              <a:avLst/>
              <a:gdLst>
                <a:gd name="connsiteX0" fmla="*/ 177800 w 177800"/>
                <a:gd name="connsiteY0" fmla="*/ 0 h 211666"/>
                <a:gd name="connsiteX1" fmla="*/ 0 w 177800"/>
                <a:gd name="connsiteY1" fmla="*/ 211666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7800" h="211666">
                  <a:moveTo>
                    <a:pt x="177800" y="0"/>
                  </a:moveTo>
                  <a:lnTo>
                    <a:pt x="0" y="211666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45" name="Freeform 1044">
              <a:extLst>
                <a:ext uri="{FF2B5EF4-FFF2-40B4-BE49-F238E27FC236}">
                  <a16:creationId xmlns:a16="http://schemas.microsoft.com/office/drawing/2014/main" id="{539E4949-0308-B606-E087-CB83976A5AA3}"/>
                </a:ext>
              </a:extLst>
            </p:cNvPr>
            <p:cNvSpPr/>
            <p:nvPr/>
          </p:nvSpPr>
          <p:spPr>
            <a:xfrm>
              <a:off x="9338733" y="5753100"/>
              <a:ext cx="258234" cy="169333"/>
            </a:xfrm>
            <a:custGeom>
              <a:avLst/>
              <a:gdLst>
                <a:gd name="connsiteX0" fmla="*/ 0 w 258234"/>
                <a:gd name="connsiteY0" fmla="*/ 169333 h 169333"/>
                <a:gd name="connsiteX1" fmla="*/ 258234 w 258234"/>
                <a:gd name="connsiteY1" fmla="*/ 0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234" h="169333">
                  <a:moveTo>
                    <a:pt x="0" y="169333"/>
                  </a:moveTo>
                  <a:lnTo>
                    <a:pt x="258234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47" name="Freeform 1046">
              <a:extLst>
                <a:ext uri="{FF2B5EF4-FFF2-40B4-BE49-F238E27FC236}">
                  <a16:creationId xmlns:a16="http://schemas.microsoft.com/office/drawing/2014/main" id="{8E292F5B-7FBD-3D06-A784-B422C48890A5}"/>
                </a:ext>
              </a:extLst>
            </p:cNvPr>
            <p:cNvSpPr/>
            <p:nvPr/>
          </p:nvSpPr>
          <p:spPr>
            <a:xfrm>
              <a:off x="8890000" y="4308014"/>
              <a:ext cx="673100" cy="77719"/>
            </a:xfrm>
            <a:custGeom>
              <a:avLst/>
              <a:gdLst>
                <a:gd name="connsiteX0" fmla="*/ 673100 w 673100"/>
                <a:gd name="connsiteY0" fmla="*/ 77719 h 77719"/>
                <a:gd name="connsiteX1" fmla="*/ 330200 w 673100"/>
                <a:gd name="connsiteY1" fmla="*/ 22686 h 77719"/>
                <a:gd name="connsiteX2" fmla="*/ 67733 w 673100"/>
                <a:gd name="connsiteY2" fmla="*/ 1519 h 77719"/>
                <a:gd name="connsiteX3" fmla="*/ 0 w 673100"/>
                <a:gd name="connsiteY3" fmla="*/ 60786 h 77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3100" h="77719">
                  <a:moveTo>
                    <a:pt x="673100" y="77719"/>
                  </a:moveTo>
                  <a:cubicBezTo>
                    <a:pt x="552097" y="56552"/>
                    <a:pt x="431095" y="35386"/>
                    <a:pt x="330200" y="22686"/>
                  </a:cubicBezTo>
                  <a:cubicBezTo>
                    <a:pt x="229305" y="9986"/>
                    <a:pt x="122766" y="-4831"/>
                    <a:pt x="67733" y="1519"/>
                  </a:cubicBezTo>
                  <a:cubicBezTo>
                    <a:pt x="12700" y="7869"/>
                    <a:pt x="6350" y="34327"/>
                    <a:pt x="0" y="60786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48" name="Freeform 1047">
              <a:extLst>
                <a:ext uri="{FF2B5EF4-FFF2-40B4-BE49-F238E27FC236}">
                  <a16:creationId xmlns:a16="http://schemas.microsoft.com/office/drawing/2014/main" id="{A6337008-0C7F-3FD9-FAB6-F960904474DC}"/>
                </a:ext>
              </a:extLst>
            </p:cNvPr>
            <p:cNvSpPr/>
            <p:nvPr/>
          </p:nvSpPr>
          <p:spPr>
            <a:xfrm>
              <a:off x="9211733" y="4452271"/>
              <a:ext cx="317500" cy="339862"/>
            </a:xfrm>
            <a:custGeom>
              <a:avLst/>
              <a:gdLst>
                <a:gd name="connsiteX0" fmla="*/ 317500 w 317500"/>
                <a:gd name="connsiteY0" fmla="*/ 5429 h 339862"/>
                <a:gd name="connsiteX1" fmla="*/ 186267 w 317500"/>
                <a:gd name="connsiteY1" fmla="*/ 9662 h 339862"/>
                <a:gd name="connsiteX2" fmla="*/ 76200 w 317500"/>
                <a:gd name="connsiteY2" fmla="*/ 94329 h 339862"/>
                <a:gd name="connsiteX3" fmla="*/ 0 w 317500"/>
                <a:gd name="connsiteY3" fmla="*/ 339862 h 339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0" h="339862">
                  <a:moveTo>
                    <a:pt x="317500" y="5429"/>
                  </a:moveTo>
                  <a:cubicBezTo>
                    <a:pt x="271992" y="137"/>
                    <a:pt x="226484" y="-5155"/>
                    <a:pt x="186267" y="9662"/>
                  </a:cubicBezTo>
                  <a:cubicBezTo>
                    <a:pt x="146050" y="24479"/>
                    <a:pt x="107244" y="39296"/>
                    <a:pt x="76200" y="94329"/>
                  </a:cubicBezTo>
                  <a:cubicBezTo>
                    <a:pt x="45156" y="149362"/>
                    <a:pt x="22578" y="244612"/>
                    <a:pt x="0" y="339862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50" name="Freeform 1049">
              <a:extLst>
                <a:ext uri="{FF2B5EF4-FFF2-40B4-BE49-F238E27FC236}">
                  <a16:creationId xmlns:a16="http://schemas.microsoft.com/office/drawing/2014/main" id="{F4D0F6A9-ACD4-65EC-5990-4EEE4C583919}"/>
                </a:ext>
              </a:extLst>
            </p:cNvPr>
            <p:cNvSpPr/>
            <p:nvPr/>
          </p:nvSpPr>
          <p:spPr>
            <a:xfrm>
              <a:off x="9181835" y="4378625"/>
              <a:ext cx="368565" cy="189170"/>
            </a:xfrm>
            <a:custGeom>
              <a:avLst/>
              <a:gdLst>
                <a:gd name="connsiteX0" fmla="*/ 368565 w 368565"/>
                <a:gd name="connsiteY0" fmla="*/ 11342 h 189170"/>
                <a:gd name="connsiteX1" fmla="*/ 241565 w 368565"/>
                <a:gd name="connsiteY1" fmla="*/ 32508 h 189170"/>
                <a:gd name="connsiteX2" fmla="*/ 144198 w 368565"/>
                <a:gd name="connsiteY2" fmla="*/ 2875 h 189170"/>
                <a:gd name="connsiteX3" fmla="*/ 8732 w 368565"/>
                <a:gd name="connsiteY3" fmla="*/ 117175 h 189170"/>
                <a:gd name="connsiteX4" fmla="*/ 12965 w 368565"/>
                <a:gd name="connsiteY4" fmla="*/ 184908 h 189170"/>
                <a:gd name="connsiteX5" fmla="*/ 8732 w 368565"/>
                <a:gd name="connsiteY5" fmla="*/ 176442 h 189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68565" h="189170">
                  <a:moveTo>
                    <a:pt x="368565" y="11342"/>
                  </a:moveTo>
                  <a:cubicBezTo>
                    <a:pt x="323762" y="22630"/>
                    <a:pt x="278959" y="33919"/>
                    <a:pt x="241565" y="32508"/>
                  </a:cubicBezTo>
                  <a:cubicBezTo>
                    <a:pt x="204170" y="31097"/>
                    <a:pt x="183003" y="-11236"/>
                    <a:pt x="144198" y="2875"/>
                  </a:cubicBezTo>
                  <a:cubicBezTo>
                    <a:pt x="105393" y="16986"/>
                    <a:pt x="30604" y="86836"/>
                    <a:pt x="8732" y="117175"/>
                  </a:cubicBezTo>
                  <a:cubicBezTo>
                    <a:pt x="-13140" y="147514"/>
                    <a:pt x="12965" y="184908"/>
                    <a:pt x="12965" y="184908"/>
                  </a:cubicBezTo>
                  <a:cubicBezTo>
                    <a:pt x="12965" y="194786"/>
                    <a:pt x="10848" y="185614"/>
                    <a:pt x="8732" y="176442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51" name="Freeform 1050">
              <a:extLst>
                <a:ext uri="{FF2B5EF4-FFF2-40B4-BE49-F238E27FC236}">
                  <a16:creationId xmlns:a16="http://schemas.microsoft.com/office/drawing/2014/main" id="{4579C78A-AB08-BB3B-8CC1-CFA16C7FC154}"/>
                </a:ext>
              </a:extLst>
            </p:cNvPr>
            <p:cNvSpPr/>
            <p:nvPr/>
          </p:nvSpPr>
          <p:spPr>
            <a:xfrm>
              <a:off x="8961967" y="4347633"/>
              <a:ext cx="448733" cy="84667"/>
            </a:xfrm>
            <a:custGeom>
              <a:avLst/>
              <a:gdLst>
                <a:gd name="connsiteX0" fmla="*/ 0 w 448733"/>
                <a:gd name="connsiteY0" fmla="*/ 84667 h 84667"/>
                <a:gd name="connsiteX1" fmla="*/ 55033 w 448733"/>
                <a:gd name="connsiteY1" fmla="*/ 38100 h 84667"/>
                <a:gd name="connsiteX2" fmla="*/ 232833 w 448733"/>
                <a:gd name="connsiteY2" fmla="*/ 0 h 84667"/>
                <a:gd name="connsiteX3" fmla="*/ 351366 w 448733"/>
                <a:gd name="connsiteY3" fmla="*/ 38100 h 84667"/>
                <a:gd name="connsiteX4" fmla="*/ 448733 w 448733"/>
                <a:gd name="connsiteY4" fmla="*/ 16934 h 84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8733" h="84667">
                  <a:moveTo>
                    <a:pt x="0" y="84667"/>
                  </a:moveTo>
                  <a:cubicBezTo>
                    <a:pt x="8114" y="68439"/>
                    <a:pt x="16228" y="52211"/>
                    <a:pt x="55033" y="38100"/>
                  </a:cubicBezTo>
                  <a:cubicBezTo>
                    <a:pt x="93838" y="23989"/>
                    <a:pt x="183444" y="0"/>
                    <a:pt x="232833" y="0"/>
                  </a:cubicBezTo>
                  <a:cubicBezTo>
                    <a:pt x="282222" y="0"/>
                    <a:pt x="315383" y="35278"/>
                    <a:pt x="351366" y="38100"/>
                  </a:cubicBezTo>
                  <a:cubicBezTo>
                    <a:pt x="387349" y="40922"/>
                    <a:pt x="418041" y="28928"/>
                    <a:pt x="448733" y="16934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52" name="Freeform 1051">
              <a:extLst>
                <a:ext uri="{FF2B5EF4-FFF2-40B4-BE49-F238E27FC236}">
                  <a16:creationId xmlns:a16="http://schemas.microsoft.com/office/drawing/2014/main" id="{B55216DF-88A3-B093-4ECD-52467AB96FC5}"/>
                </a:ext>
              </a:extLst>
            </p:cNvPr>
            <p:cNvSpPr/>
            <p:nvPr/>
          </p:nvSpPr>
          <p:spPr>
            <a:xfrm>
              <a:off x="9341815" y="4500033"/>
              <a:ext cx="43485" cy="220678"/>
            </a:xfrm>
            <a:custGeom>
              <a:avLst/>
              <a:gdLst>
                <a:gd name="connsiteX0" fmla="*/ 1152 w 43485"/>
                <a:gd name="connsiteY0" fmla="*/ 0 h 220678"/>
                <a:gd name="connsiteX1" fmla="*/ 5385 w 43485"/>
                <a:gd name="connsiteY1" fmla="*/ 190500 h 220678"/>
                <a:gd name="connsiteX2" fmla="*/ 43485 w 43485"/>
                <a:gd name="connsiteY2" fmla="*/ 220134 h 220678"/>
                <a:gd name="connsiteX3" fmla="*/ 43485 w 43485"/>
                <a:gd name="connsiteY3" fmla="*/ 220134 h 220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485" h="220678">
                  <a:moveTo>
                    <a:pt x="1152" y="0"/>
                  </a:moveTo>
                  <a:cubicBezTo>
                    <a:pt x="-260" y="76905"/>
                    <a:pt x="-1671" y="153811"/>
                    <a:pt x="5385" y="190500"/>
                  </a:cubicBezTo>
                  <a:cubicBezTo>
                    <a:pt x="12441" y="227189"/>
                    <a:pt x="43485" y="220134"/>
                    <a:pt x="43485" y="220134"/>
                  </a:cubicBezTo>
                  <a:lnTo>
                    <a:pt x="43485" y="220134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53" name="Freeform 1052">
              <a:extLst>
                <a:ext uri="{FF2B5EF4-FFF2-40B4-BE49-F238E27FC236}">
                  <a16:creationId xmlns:a16="http://schemas.microsoft.com/office/drawing/2014/main" id="{B478DD04-7F8C-5B30-C4D0-F405B18E775B}"/>
                </a:ext>
              </a:extLst>
            </p:cNvPr>
            <p:cNvSpPr/>
            <p:nvPr/>
          </p:nvSpPr>
          <p:spPr>
            <a:xfrm>
              <a:off x="9041752" y="4351867"/>
              <a:ext cx="165748" cy="169333"/>
            </a:xfrm>
            <a:custGeom>
              <a:avLst/>
              <a:gdLst>
                <a:gd name="connsiteX0" fmla="*/ 165748 w 165748"/>
                <a:gd name="connsiteY0" fmla="*/ 0 h 169333"/>
                <a:gd name="connsiteX1" fmla="*/ 13348 w 165748"/>
                <a:gd name="connsiteY1" fmla="*/ 122766 h 169333"/>
                <a:gd name="connsiteX2" fmla="*/ 17581 w 165748"/>
                <a:gd name="connsiteY2" fmla="*/ 169333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5748" h="169333">
                  <a:moveTo>
                    <a:pt x="165748" y="0"/>
                  </a:moveTo>
                  <a:cubicBezTo>
                    <a:pt x="101895" y="47272"/>
                    <a:pt x="38042" y="94544"/>
                    <a:pt x="13348" y="122766"/>
                  </a:cubicBezTo>
                  <a:cubicBezTo>
                    <a:pt x="-11347" y="150988"/>
                    <a:pt x="3117" y="160160"/>
                    <a:pt x="17581" y="169333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54" name="Freeform 1053">
              <a:extLst>
                <a:ext uri="{FF2B5EF4-FFF2-40B4-BE49-F238E27FC236}">
                  <a16:creationId xmlns:a16="http://schemas.microsoft.com/office/drawing/2014/main" id="{EE33871A-4D48-E49E-C0F3-84D3415E7D3C}"/>
                </a:ext>
              </a:extLst>
            </p:cNvPr>
            <p:cNvSpPr/>
            <p:nvPr/>
          </p:nvSpPr>
          <p:spPr>
            <a:xfrm>
              <a:off x="9122833" y="4406741"/>
              <a:ext cx="279400" cy="338826"/>
            </a:xfrm>
            <a:custGeom>
              <a:avLst/>
              <a:gdLst>
                <a:gd name="connsiteX0" fmla="*/ 279400 w 279400"/>
                <a:gd name="connsiteY0" fmla="*/ 4392 h 338826"/>
                <a:gd name="connsiteX1" fmla="*/ 177800 w 279400"/>
                <a:gd name="connsiteY1" fmla="*/ 46726 h 338826"/>
                <a:gd name="connsiteX2" fmla="*/ 0 w 279400"/>
                <a:gd name="connsiteY2" fmla="*/ 338826 h 338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9400" h="338826">
                  <a:moveTo>
                    <a:pt x="279400" y="4392"/>
                  </a:moveTo>
                  <a:cubicBezTo>
                    <a:pt x="251883" y="-2311"/>
                    <a:pt x="224367" y="-9013"/>
                    <a:pt x="177800" y="46726"/>
                  </a:cubicBezTo>
                  <a:cubicBezTo>
                    <a:pt x="131233" y="102465"/>
                    <a:pt x="65616" y="220645"/>
                    <a:pt x="0" y="338826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55" name="Freeform 1054">
              <a:extLst>
                <a:ext uri="{FF2B5EF4-FFF2-40B4-BE49-F238E27FC236}">
                  <a16:creationId xmlns:a16="http://schemas.microsoft.com/office/drawing/2014/main" id="{531AC53C-C586-2820-7425-5B90B7DD3B19}"/>
                </a:ext>
              </a:extLst>
            </p:cNvPr>
            <p:cNvSpPr/>
            <p:nvPr/>
          </p:nvSpPr>
          <p:spPr>
            <a:xfrm>
              <a:off x="9279467" y="4559300"/>
              <a:ext cx="4233" cy="224367"/>
            </a:xfrm>
            <a:custGeom>
              <a:avLst/>
              <a:gdLst>
                <a:gd name="connsiteX0" fmla="*/ 0 w 4233"/>
                <a:gd name="connsiteY0" fmla="*/ 0 h 224367"/>
                <a:gd name="connsiteX1" fmla="*/ 4233 w 4233"/>
                <a:gd name="connsiteY1" fmla="*/ 224367 h 224367"/>
                <a:gd name="connsiteX2" fmla="*/ 4233 w 4233"/>
                <a:gd name="connsiteY2" fmla="*/ 224367 h 224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33" h="224367">
                  <a:moveTo>
                    <a:pt x="0" y="0"/>
                  </a:moveTo>
                  <a:lnTo>
                    <a:pt x="4233" y="224367"/>
                  </a:lnTo>
                  <a:lnTo>
                    <a:pt x="4233" y="224367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56" name="Freeform 1055">
              <a:extLst>
                <a:ext uri="{FF2B5EF4-FFF2-40B4-BE49-F238E27FC236}">
                  <a16:creationId xmlns:a16="http://schemas.microsoft.com/office/drawing/2014/main" id="{52F70EE1-2790-0602-3E55-29E42BE9653D}"/>
                </a:ext>
              </a:extLst>
            </p:cNvPr>
            <p:cNvSpPr/>
            <p:nvPr/>
          </p:nvSpPr>
          <p:spPr>
            <a:xfrm>
              <a:off x="9398000" y="4419600"/>
              <a:ext cx="21167" cy="198967"/>
            </a:xfrm>
            <a:custGeom>
              <a:avLst/>
              <a:gdLst>
                <a:gd name="connsiteX0" fmla="*/ 0 w 21167"/>
                <a:gd name="connsiteY0" fmla="*/ 0 h 198967"/>
                <a:gd name="connsiteX1" fmla="*/ 21167 w 21167"/>
                <a:gd name="connsiteY1" fmla="*/ 198967 h 198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1167" h="198967">
                  <a:moveTo>
                    <a:pt x="0" y="0"/>
                  </a:moveTo>
                  <a:lnTo>
                    <a:pt x="21167" y="198967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57" name="Freeform 1056">
              <a:extLst>
                <a:ext uri="{FF2B5EF4-FFF2-40B4-BE49-F238E27FC236}">
                  <a16:creationId xmlns:a16="http://schemas.microsoft.com/office/drawing/2014/main" id="{28B097A5-75AB-9901-80AC-523BDDED329B}"/>
                </a:ext>
              </a:extLst>
            </p:cNvPr>
            <p:cNvSpPr/>
            <p:nvPr/>
          </p:nvSpPr>
          <p:spPr>
            <a:xfrm>
              <a:off x="9241367" y="4343400"/>
              <a:ext cx="308469" cy="76567"/>
            </a:xfrm>
            <a:custGeom>
              <a:avLst/>
              <a:gdLst>
                <a:gd name="connsiteX0" fmla="*/ 0 w 308469"/>
                <a:gd name="connsiteY0" fmla="*/ 0 h 76567"/>
                <a:gd name="connsiteX1" fmla="*/ 50800 w 308469"/>
                <a:gd name="connsiteY1" fmla="*/ 8467 h 76567"/>
                <a:gd name="connsiteX2" fmla="*/ 84666 w 308469"/>
                <a:gd name="connsiteY2" fmla="*/ 21167 h 76567"/>
                <a:gd name="connsiteX3" fmla="*/ 287866 w 308469"/>
                <a:gd name="connsiteY3" fmla="*/ 50800 h 76567"/>
                <a:gd name="connsiteX4" fmla="*/ 296333 w 308469"/>
                <a:gd name="connsiteY4" fmla="*/ 76200 h 76567"/>
                <a:gd name="connsiteX5" fmla="*/ 241300 w 308469"/>
                <a:gd name="connsiteY5" fmla="*/ 63500 h 76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8469" h="76567">
                  <a:moveTo>
                    <a:pt x="0" y="0"/>
                  </a:moveTo>
                  <a:cubicBezTo>
                    <a:pt x="18344" y="2469"/>
                    <a:pt x="36689" y="4939"/>
                    <a:pt x="50800" y="8467"/>
                  </a:cubicBezTo>
                  <a:cubicBezTo>
                    <a:pt x="64911" y="11995"/>
                    <a:pt x="45155" y="14112"/>
                    <a:pt x="84666" y="21167"/>
                  </a:cubicBezTo>
                  <a:cubicBezTo>
                    <a:pt x="124177" y="28222"/>
                    <a:pt x="252588" y="41628"/>
                    <a:pt x="287866" y="50800"/>
                  </a:cubicBezTo>
                  <a:cubicBezTo>
                    <a:pt x="323144" y="59972"/>
                    <a:pt x="304094" y="74083"/>
                    <a:pt x="296333" y="76200"/>
                  </a:cubicBezTo>
                  <a:cubicBezTo>
                    <a:pt x="288572" y="78317"/>
                    <a:pt x="264936" y="70908"/>
                    <a:pt x="241300" y="6350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1058" name="Straight Connector 1057">
              <a:extLst>
                <a:ext uri="{FF2B5EF4-FFF2-40B4-BE49-F238E27FC236}">
                  <a16:creationId xmlns:a16="http://schemas.microsoft.com/office/drawing/2014/main" id="{E824B0A7-3565-7C40-D635-9E791A87A99E}"/>
                </a:ext>
              </a:extLst>
            </p:cNvPr>
            <p:cNvCxnSpPr>
              <a:cxnSpLocks/>
            </p:cNvCxnSpPr>
            <p:nvPr/>
          </p:nvCxnSpPr>
          <p:spPr>
            <a:xfrm>
              <a:off x="9583409" y="4406741"/>
              <a:ext cx="243416" cy="11445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9" name="Straight Connector 1058">
              <a:extLst>
                <a:ext uri="{FF2B5EF4-FFF2-40B4-BE49-F238E27FC236}">
                  <a16:creationId xmlns:a16="http://schemas.microsoft.com/office/drawing/2014/main" id="{0E157375-CAFF-4431-9194-B73984B5C335}"/>
                </a:ext>
              </a:extLst>
            </p:cNvPr>
            <p:cNvCxnSpPr>
              <a:cxnSpLocks/>
            </p:cNvCxnSpPr>
            <p:nvPr/>
          </p:nvCxnSpPr>
          <p:spPr>
            <a:xfrm>
              <a:off x="9530493" y="4483021"/>
              <a:ext cx="227340" cy="13437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0" name="Straight Connector 1059">
              <a:extLst>
                <a:ext uri="{FF2B5EF4-FFF2-40B4-BE49-F238E27FC236}">
                  <a16:creationId xmlns:a16="http://schemas.microsoft.com/office/drawing/2014/main" id="{41F0BDCC-46CE-4FA1-816A-D8B67FCA62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71674" y="4527625"/>
              <a:ext cx="65106" cy="8274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1" name="Oval 1060">
              <a:extLst>
                <a:ext uri="{FF2B5EF4-FFF2-40B4-BE49-F238E27FC236}">
                  <a16:creationId xmlns:a16="http://schemas.microsoft.com/office/drawing/2014/main" id="{826A5DD0-48F3-5C84-ADB7-4AFE78844CC5}"/>
                </a:ext>
              </a:extLst>
            </p:cNvPr>
            <p:cNvSpPr/>
            <p:nvPr/>
          </p:nvSpPr>
          <p:spPr>
            <a:xfrm>
              <a:off x="9638068" y="4336435"/>
              <a:ext cx="77458" cy="67733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</p:grpSp>
      <p:grpSp>
        <p:nvGrpSpPr>
          <p:cNvPr id="1063" name="Group 1062">
            <a:extLst>
              <a:ext uri="{FF2B5EF4-FFF2-40B4-BE49-F238E27FC236}">
                <a16:creationId xmlns:a16="http://schemas.microsoft.com/office/drawing/2014/main" id="{9525864C-A294-4F81-C102-1E7556280E18}"/>
              </a:ext>
            </a:extLst>
          </p:cNvPr>
          <p:cNvGrpSpPr/>
          <p:nvPr/>
        </p:nvGrpSpPr>
        <p:grpSpPr>
          <a:xfrm>
            <a:off x="7340561" y="2083516"/>
            <a:ext cx="1713206" cy="1141200"/>
            <a:chOff x="7326091" y="557012"/>
            <a:chExt cx="1713206" cy="1141200"/>
          </a:xfrm>
        </p:grpSpPr>
        <p:pic>
          <p:nvPicPr>
            <p:cNvPr id="1064" name="Picture 1063">
              <a:extLst>
                <a:ext uri="{FF2B5EF4-FFF2-40B4-BE49-F238E27FC236}">
                  <a16:creationId xmlns:a16="http://schemas.microsoft.com/office/drawing/2014/main" id="{BAF56D5C-0F21-9247-4D3F-7DB27C1E92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H="1">
              <a:off x="7326091" y="557012"/>
              <a:ext cx="1713206" cy="1141200"/>
            </a:xfrm>
            <a:prstGeom prst="rect">
              <a:avLst/>
            </a:prstGeom>
          </p:spPr>
        </p:pic>
        <p:pic>
          <p:nvPicPr>
            <p:cNvPr id="1065" name="Picture 1064">
              <a:extLst>
                <a:ext uri="{FF2B5EF4-FFF2-40B4-BE49-F238E27FC236}">
                  <a16:creationId xmlns:a16="http://schemas.microsoft.com/office/drawing/2014/main" id="{6425E17A-425B-A5DD-B1F4-78956BFC6E9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flipH="1">
              <a:off x="7523888" y="766006"/>
              <a:ext cx="1169876" cy="779917"/>
            </a:xfrm>
            <a:prstGeom prst="rect">
              <a:avLst/>
            </a:prstGeom>
            <a:effectLst>
              <a:outerShdw blurRad="419100" dist="355600" dir="5400000" algn="ctr" rotWithShape="0">
                <a:srgbClr val="000000">
                  <a:alpha val="26000"/>
                </a:srgbClr>
              </a:outerShdw>
            </a:effectLst>
          </p:spPr>
        </p:pic>
      </p:grpSp>
      <p:grpSp>
        <p:nvGrpSpPr>
          <p:cNvPr id="1066" name="Group 1065">
            <a:extLst>
              <a:ext uri="{FF2B5EF4-FFF2-40B4-BE49-F238E27FC236}">
                <a16:creationId xmlns:a16="http://schemas.microsoft.com/office/drawing/2014/main" id="{CB88AA78-20F6-C376-E12D-78FA7A3D4318}"/>
              </a:ext>
            </a:extLst>
          </p:cNvPr>
          <p:cNvGrpSpPr/>
          <p:nvPr/>
        </p:nvGrpSpPr>
        <p:grpSpPr>
          <a:xfrm>
            <a:off x="7345293" y="3680578"/>
            <a:ext cx="1713206" cy="1141200"/>
            <a:chOff x="7326091" y="557012"/>
            <a:chExt cx="1713206" cy="1141200"/>
          </a:xfrm>
        </p:grpSpPr>
        <p:pic>
          <p:nvPicPr>
            <p:cNvPr id="1067" name="Picture 1066">
              <a:extLst>
                <a:ext uri="{FF2B5EF4-FFF2-40B4-BE49-F238E27FC236}">
                  <a16:creationId xmlns:a16="http://schemas.microsoft.com/office/drawing/2014/main" id="{1E4CE918-E2DB-1AF2-9408-74D1455A49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H="1">
              <a:off x="7326091" y="557012"/>
              <a:ext cx="1713206" cy="1141200"/>
            </a:xfrm>
            <a:prstGeom prst="rect">
              <a:avLst/>
            </a:prstGeom>
          </p:spPr>
        </p:pic>
        <p:pic>
          <p:nvPicPr>
            <p:cNvPr id="1068" name="Picture 1067">
              <a:extLst>
                <a:ext uri="{FF2B5EF4-FFF2-40B4-BE49-F238E27FC236}">
                  <a16:creationId xmlns:a16="http://schemas.microsoft.com/office/drawing/2014/main" id="{D9180771-8CA9-4BA8-0299-883D31DCD2E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flipH="1">
              <a:off x="7523888" y="766006"/>
              <a:ext cx="1169876" cy="779917"/>
            </a:xfrm>
            <a:prstGeom prst="rect">
              <a:avLst/>
            </a:prstGeom>
            <a:effectLst>
              <a:outerShdw blurRad="419100" dist="355600" dir="5400000" algn="ctr" rotWithShape="0">
                <a:srgbClr val="000000">
                  <a:alpha val="26000"/>
                </a:srgbClr>
              </a:outerShdw>
            </a:effectLst>
          </p:spPr>
        </p:pic>
      </p:grpSp>
      <p:grpSp>
        <p:nvGrpSpPr>
          <p:cNvPr id="1069" name="Group 1068">
            <a:extLst>
              <a:ext uri="{FF2B5EF4-FFF2-40B4-BE49-F238E27FC236}">
                <a16:creationId xmlns:a16="http://schemas.microsoft.com/office/drawing/2014/main" id="{CCA94DCD-99E8-11AA-BE03-CA112680D111}"/>
              </a:ext>
            </a:extLst>
          </p:cNvPr>
          <p:cNvGrpSpPr/>
          <p:nvPr/>
        </p:nvGrpSpPr>
        <p:grpSpPr>
          <a:xfrm>
            <a:off x="7345293" y="5137302"/>
            <a:ext cx="1713206" cy="1141200"/>
            <a:chOff x="9231395" y="712609"/>
            <a:chExt cx="1713206" cy="1141200"/>
          </a:xfrm>
        </p:grpSpPr>
        <p:pic>
          <p:nvPicPr>
            <p:cNvPr id="1070" name="Picture 1069">
              <a:extLst>
                <a:ext uri="{FF2B5EF4-FFF2-40B4-BE49-F238E27FC236}">
                  <a16:creationId xmlns:a16="http://schemas.microsoft.com/office/drawing/2014/main" id="{3C7C3A24-7D28-B739-03D6-48BFCAA4D42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H="1">
              <a:off x="9231395" y="712609"/>
              <a:ext cx="1713206" cy="1141200"/>
            </a:xfrm>
            <a:prstGeom prst="rect">
              <a:avLst/>
            </a:prstGeom>
          </p:spPr>
        </p:pic>
        <p:pic>
          <p:nvPicPr>
            <p:cNvPr id="1072" name="Picture 1071">
              <a:extLst>
                <a:ext uri="{FF2B5EF4-FFF2-40B4-BE49-F238E27FC236}">
                  <a16:creationId xmlns:a16="http://schemas.microsoft.com/office/drawing/2014/main" id="{5C801E63-B8D1-5AC9-0924-71EE2005D5E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flipH="1">
              <a:off x="9429192" y="921603"/>
              <a:ext cx="1169876" cy="779917"/>
            </a:xfrm>
            <a:prstGeom prst="rect">
              <a:avLst/>
            </a:prstGeom>
            <a:effectLst>
              <a:outerShdw blurRad="419100" dist="355600" dir="5400000" algn="ctr" rotWithShape="0">
                <a:srgbClr val="000000">
                  <a:alpha val="26000"/>
                </a:srgbClr>
              </a:outerShdw>
            </a:effectLst>
          </p:spPr>
        </p:pic>
      </p:grpSp>
      <p:pic>
        <p:nvPicPr>
          <p:cNvPr id="1078" name="Picture 1077">
            <a:extLst>
              <a:ext uri="{FF2B5EF4-FFF2-40B4-BE49-F238E27FC236}">
                <a16:creationId xmlns:a16="http://schemas.microsoft.com/office/drawing/2014/main" id="{30920D7F-0344-35FF-F0E3-44C2A0A2DC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4192" y="5899538"/>
            <a:ext cx="256199" cy="256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310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8618A-EB2B-F1A2-92CA-4413E612F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7D92B7-B1C7-411D-7486-633FACE84D3F}"/>
              </a:ext>
            </a:extLst>
          </p:cNvPr>
          <p:cNvSpPr/>
          <p:nvPr/>
        </p:nvSpPr>
        <p:spPr>
          <a:xfrm>
            <a:off x="3512534" y="509188"/>
            <a:ext cx="2026349" cy="55590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DC7425C-C537-8B16-EC63-EA2AB21EBFEF}"/>
              </a:ext>
            </a:extLst>
          </p:cNvPr>
          <p:cNvSpPr txBox="1"/>
          <p:nvPr/>
        </p:nvSpPr>
        <p:spPr>
          <a:xfrm>
            <a:off x="3512534" y="512719"/>
            <a:ext cx="2026349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2000" b="1" dirty="0"/>
              <a:t>Assemble</a:t>
            </a:r>
            <a:endParaRPr lang="en-GB" b="1" dirty="0"/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E9F6C6DB-3672-1EAD-6072-0BB901B99C3F}"/>
              </a:ext>
            </a:extLst>
          </p:cNvPr>
          <p:cNvSpPr/>
          <p:nvPr/>
        </p:nvSpPr>
        <p:spPr>
          <a:xfrm>
            <a:off x="164992" y="5956683"/>
            <a:ext cx="10935420" cy="375702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75" name="Picture 1074">
            <a:extLst>
              <a:ext uri="{FF2B5EF4-FFF2-40B4-BE49-F238E27FC236}">
                <a16:creationId xmlns:a16="http://schemas.microsoft.com/office/drawing/2014/main" id="{A409BCB5-4AEB-1555-FF2F-3E3FC658B4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7296" y="3766189"/>
            <a:ext cx="651565" cy="65653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DE831E5-22CD-E947-E0DF-48A37FA57A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2137" y="2684496"/>
            <a:ext cx="394479" cy="394479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6F8E84E-47D4-A60A-E8B0-936DCDED8128}"/>
              </a:ext>
            </a:extLst>
          </p:cNvPr>
          <p:cNvCxnSpPr>
            <a:cxnSpLocks/>
          </p:cNvCxnSpPr>
          <p:nvPr/>
        </p:nvCxnSpPr>
        <p:spPr>
          <a:xfrm>
            <a:off x="4030838" y="3117419"/>
            <a:ext cx="197239" cy="5014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96F8185-1701-8D5D-1B0D-EF412F425FF0}"/>
              </a:ext>
            </a:extLst>
          </p:cNvPr>
          <p:cNvCxnSpPr>
            <a:cxnSpLocks/>
          </p:cNvCxnSpPr>
          <p:nvPr/>
        </p:nvCxnSpPr>
        <p:spPr>
          <a:xfrm flipH="1">
            <a:off x="4529799" y="3077463"/>
            <a:ext cx="171062" cy="3569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3CC18033-B276-8FE4-E396-7E27FE58FA98}"/>
              </a:ext>
            </a:extLst>
          </p:cNvPr>
          <p:cNvSpPr txBox="1"/>
          <p:nvPr/>
        </p:nvSpPr>
        <p:spPr>
          <a:xfrm>
            <a:off x="5552944" y="951494"/>
            <a:ext cx="2773729" cy="37106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b="1" i="1" dirty="0"/>
              <a:t>Add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42F6309-27CD-494D-BCF2-66222745C7D8}"/>
              </a:ext>
            </a:extLst>
          </p:cNvPr>
          <p:cNvSpPr txBox="1"/>
          <p:nvPr/>
        </p:nvSpPr>
        <p:spPr>
          <a:xfrm>
            <a:off x="10976412" y="5911410"/>
            <a:ext cx="10695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Time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F9838A7-D8FB-7127-83B3-B4763387F259}"/>
              </a:ext>
            </a:extLst>
          </p:cNvPr>
          <p:cNvSpPr txBox="1"/>
          <p:nvPr/>
        </p:nvSpPr>
        <p:spPr>
          <a:xfrm>
            <a:off x="145779" y="484924"/>
            <a:ext cx="3366754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2000" b="1" dirty="0"/>
              <a:t>Raise Daphnia</a:t>
            </a:r>
          </a:p>
          <a:p>
            <a:pPr algn="ctr"/>
            <a:r>
              <a:rPr lang="en-GB" sz="2000" b="1" dirty="0"/>
              <a:t>on different diets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C78EACB-DBA5-B71C-7C47-545126A02E12}"/>
              </a:ext>
            </a:extLst>
          </p:cNvPr>
          <p:cNvSpPr txBox="1"/>
          <p:nvPr/>
        </p:nvSpPr>
        <p:spPr>
          <a:xfrm>
            <a:off x="5538883" y="294553"/>
            <a:ext cx="6491430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2000" b="1" dirty="0"/>
              <a:t>Throughout experiment</a:t>
            </a:r>
            <a:endParaRPr lang="en-GB" b="1" dirty="0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C2E0E5C4-CA2F-7C3C-8F24-EA978DD85599}"/>
              </a:ext>
            </a:extLst>
          </p:cNvPr>
          <p:cNvCxnSpPr>
            <a:cxnSpLocks/>
          </p:cNvCxnSpPr>
          <p:nvPr/>
        </p:nvCxnSpPr>
        <p:spPr>
          <a:xfrm>
            <a:off x="4379350" y="2409384"/>
            <a:ext cx="6391" cy="11217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29" name="TextBox 1228">
            <a:extLst>
              <a:ext uri="{FF2B5EF4-FFF2-40B4-BE49-F238E27FC236}">
                <a16:creationId xmlns:a16="http://schemas.microsoft.com/office/drawing/2014/main" id="{5B135547-77D1-F5FA-48C2-CEE496222748}"/>
              </a:ext>
            </a:extLst>
          </p:cNvPr>
          <p:cNvSpPr txBox="1"/>
          <p:nvPr/>
        </p:nvSpPr>
        <p:spPr>
          <a:xfrm>
            <a:off x="8009178" y="964383"/>
            <a:ext cx="4078512" cy="37106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b="1" i="1" dirty="0"/>
              <a:t>Sample </a:t>
            </a:r>
            <a:r>
              <a:rPr lang="en-GB" b="1" i="1" u="sng" dirty="0"/>
              <a:t>emerged Chaoborus</a:t>
            </a:r>
          </a:p>
        </p:txBody>
      </p:sp>
      <p:cxnSp>
        <p:nvCxnSpPr>
          <p:cNvPr id="1231" name="Straight Connector 1230">
            <a:extLst>
              <a:ext uri="{FF2B5EF4-FFF2-40B4-BE49-F238E27FC236}">
                <a16:creationId xmlns:a16="http://schemas.microsoft.com/office/drawing/2014/main" id="{1AE85BC2-D48A-5919-8788-460271D3F6E1}"/>
              </a:ext>
            </a:extLst>
          </p:cNvPr>
          <p:cNvCxnSpPr>
            <a:cxnSpLocks/>
          </p:cNvCxnSpPr>
          <p:nvPr/>
        </p:nvCxnSpPr>
        <p:spPr>
          <a:xfrm>
            <a:off x="8009178" y="963208"/>
            <a:ext cx="0" cy="5105048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260" name="Picture 1259">
            <a:extLst>
              <a:ext uri="{FF2B5EF4-FFF2-40B4-BE49-F238E27FC236}">
                <a16:creationId xmlns:a16="http://schemas.microsoft.com/office/drawing/2014/main" id="{461DF2CB-74B9-03B3-0531-BFC32E16B7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1791" y="2558037"/>
            <a:ext cx="412215" cy="412215"/>
          </a:xfrm>
          <a:prstGeom prst="rect">
            <a:avLst/>
          </a:prstGeom>
        </p:spPr>
      </p:pic>
      <p:pic>
        <p:nvPicPr>
          <p:cNvPr id="1216" name="Picture 1215">
            <a:extLst>
              <a:ext uri="{FF2B5EF4-FFF2-40B4-BE49-F238E27FC236}">
                <a16:creationId xmlns:a16="http://schemas.microsoft.com/office/drawing/2014/main" id="{FFAE2470-BB24-EC8B-2473-B15F733738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209" y="3567311"/>
            <a:ext cx="651565" cy="656530"/>
          </a:xfrm>
          <a:prstGeom prst="rect">
            <a:avLst/>
          </a:prstGeom>
        </p:spPr>
      </p:pic>
      <p:pic>
        <p:nvPicPr>
          <p:cNvPr id="1217" name="Picture 1216">
            <a:extLst>
              <a:ext uri="{FF2B5EF4-FFF2-40B4-BE49-F238E27FC236}">
                <a16:creationId xmlns:a16="http://schemas.microsoft.com/office/drawing/2014/main" id="{ACA985C3-2C55-FD22-0239-7BD0E3FD25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2050" y="2521243"/>
            <a:ext cx="394479" cy="394479"/>
          </a:xfrm>
          <a:prstGeom prst="rect">
            <a:avLst/>
          </a:prstGeom>
        </p:spPr>
      </p:pic>
      <p:cxnSp>
        <p:nvCxnSpPr>
          <p:cNvPr id="1218" name="Straight Arrow Connector 1217">
            <a:extLst>
              <a:ext uri="{FF2B5EF4-FFF2-40B4-BE49-F238E27FC236}">
                <a16:creationId xmlns:a16="http://schemas.microsoft.com/office/drawing/2014/main" id="{D3ADF999-1C03-C009-4F04-37D6B21D760C}"/>
              </a:ext>
            </a:extLst>
          </p:cNvPr>
          <p:cNvCxnSpPr>
            <a:cxnSpLocks/>
          </p:cNvCxnSpPr>
          <p:nvPr/>
        </p:nvCxnSpPr>
        <p:spPr>
          <a:xfrm>
            <a:off x="6430751" y="2954166"/>
            <a:ext cx="197239" cy="5014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19" name="Straight Arrow Connector 1218">
            <a:extLst>
              <a:ext uri="{FF2B5EF4-FFF2-40B4-BE49-F238E27FC236}">
                <a16:creationId xmlns:a16="http://schemas.microsoft.com/office/drawing/2014/main" id="{A7CA3A55-F0EB-CE76-B972-05705DEC07F3}"/>
              </a:ext>
            </a:extLst>
          </p:cNvPr>
          <p:cNvCxnSpPr>
            <a:cxnSpLocks/>
          </p:cNvCxnSpPr>
          <p:nvPr/>
        </p:nvCxnSpPr>
        <p:spPr>
          <a:xfrm flipH="1">
            <a:off x="6941587" y="3092010"/>
            <a:ext cx="171062" cy="3569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3BDB2A3-4654-36E2-65CF-B65DD064E996}"/>
              </a:ext>
            </a:extLst>
          </p:cNvPr>
          <p:cNvGrpSpPr/>
          <p:nvPr/>
        </p:nvGrpSpPr>
        <p:grpSpPr>
          <a:xfrm>
            <a:off x="8742030" y="2670233"/>
            <a:ext cx="1639603" cy="1004128"/>
            <a:chOff x="8721296" y="3066277"/>
            <a:chExt cx="1639603" cy="1004128"/>
          </a:xfrm>
        </p:grpSpPr>
        <p:sp>
          <p:nvSpPr>
            <p:cNvPr id="1283" name="Rectangle 1282">
              <a:extLst>
                <a:ext uri="{FF2B5EF4-FFF2-40B4-BE49-F238E27FC236}">
                  <a16:creationId xmlns:a16="http://schemas.microsoft.com/office/drawing/2014/main" id="{D4AFE605-4CA3-DB37-D3C3-0F75D805B495}"/>
                </a:ext>
              </a:extLst>
            </p:cNvPr>
            <p:cNvSpPr/>
            <p:nvPr/>
          </p:nvSpPr>
          <p:spPr>
            <a:xfrm>
              <a:off x="8721296" y="3066817"/>
              <a:ext cx="1630252" cy="98148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 dirty="0"/>
            </a:p>
          </p:txBody>
        </p:sp>
        <p:pic>
          <p:nvPicPr>
            <p:cNvPr id="1294" name="Picture 1293">
              <a:extLst>
                <a:ext uri="{FF2B5EF4-FFF2-40B4-BE49-F238E27FC236}">
                  <a16:creationId xmlns:a16="http://schemas.microsoft.com/office/drawing/2014/main" id="{24AC9AA2-921B-B41D-2E27-DE05052BDE8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16200000">
              <a:off x="9202654" y="3326967"/>
              <a:ext cx="743438" cy="743438"/>
            </a:xfrm>
            <a:prstGeom prst="rect">
              <a:avLst/>
            </a:prstGeom>
          </p:spPr>
        </p:pic>
        <p:sp>
          <p:nvSpPr>
            <p:cNvPr id="1295" name="TextBox 1294">
              <a:extLst>
                <a:ext uri="{FF2B5EF4-FFF2-40B4-BE49-F238E27FC236}">
                  <a16:creationId xmlns:a16="http://schemas.microsoft.com/office/drawing/2014/main" id="{1750F91A-2873-A491-3824-AE947F4F379C}"/>
                </a:ext>
              </a:extLst>
            </p:cNvPr>
            <p:cNvSpPr txBox="1"/>
            <p:nvPr/>
          </p:nvSpPr>
          <p:spPr>
            <a:xfrm>
              <a:off x="8730647" y="3066277"/>
              <a:ext cx="1630252" cy="4725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GB" dirty="0"/>
                <a:t>Body size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62A33D7-D674-E5A3-538C-B1FA22A0CA12}"/>
              </a:ext>
            </a:extLst>
          </p:cNvPr>
          <p:cNvGrpSpPr/>
          <p:nvPr/>
        </p:nvGrpSpPr>
        <p:grpSpPr>
          <a:xfrm>
            <a:off x="8742030" y="3683809"/>
            <a:ext cx="1630252" cy="981487"/>
            <a:chOff x="8721296" y="4079853"/>
            <a:chExt cx="1630252" cy="981487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B6938BEE-F6A1-8CC6-6BC4-469DEB6C7589}"/>
                </a:ext>
              </a:extLst>
            </p:cNvPr>
            <p:cNvGrpSpPr/>
            <p:nvPr/>
          </p:nvGrpSpPr>
          <p:grpSpPr>
            <a:xfrm>
              <a:off x="8721296" y="4079853"/>
              <a:ext cx="1630252" cy="981487"/>
              <a:chOff x="8721296" y="4079853"/>
              <a:chExt cx="1630252" cy="981487"/>
            </a:xfrm>
          </p:grpSpPr>
          <p:sp>
            <p:nvSpPr>
              <p:cNvPr id="1284" name="Rectangle 1283">
                <a:extLst>
                  <a:ext uri="{FF2B5EF4-FFF2-40B4-BE49-F238E27FC236}">
                    <a16:creationId xmlns:a16="http://schemas.microsoft.com/office/drawing/2014/main" id="{6A4243D7-76DC-77EA-11D1-34531C166642}"/>
                  </a:ext>
                </a:extLst>
              </p:cNvPr>
              <p:cNvSpPr/>
              <p:nvPr/>
            </p:nvSpPr>
            <p:spPr>
              <a:xfrm>
                <a:off x="8721296" y="4079853"/>
                <a:ext cx="1630252" cy="98148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b="1" dirty="0"/>
              </a:p>
            </p:txBody>
          </p:sp>
          <p:sp>
            <p:nvSpPr>
              <p:cNvPr id="1298" name="TextBox 1297">
                <a:extLst>
                  <a:ext uri="{FF2B5EF4-FFF2-40B4-BE49-F238E27FC236}">
                    <a16:creationId xmlns:a16="http://schemas.microsoft.com/office/drawing/2014/main" id="{80ECB29D-DE76-3521-1616-CDC633C80383}"/>
                  </a:ext>
                </a:extLst>
              </p:cNvPr>
              <p:cNvSpPr txBox="1"/>
              <p:nvPr/>
            </p:nvSpPr>
            <p:spPr>
              <a:xfrm>
                <a:off x="8721296" y="4086092"/>
                <a:ext cx="1618522" cy="4725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GB" dirty="0"/>
                  <a:t>Lipids</a:t>
                </a:r>
              </a:p>
            </p:txBody>
          </p:sp>
        </p:grpSp>
        <p:pic>
          <p:nvPicPr>
            <p:cNvPr id="1300" name="Picture 1299">
              <a:extLst>
                <a:ext uri="{FF2B5EF4-FFF2-40B4-BE49-F238E27FC236}">
                  <a16:creationId xmlns:a16="http://schemas.microsoft.com/office/drawing/2014/main" id="{FD7C27FA-5ABF-5E5D-537A-9B37CA47303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348562" y="4590632"/>
              <a:ext cx="363990" cy="363989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4563989A-029A-AF14-1C6D-614E5E5AE2EC}"/>
              </a:ext>
            </a:extLst>
          </p:cNvPr>
          <p:cNvGrpSpPr/>
          <p:nvPr/>
        </p:nvGrpSpPr>
        <p:grpSpPr>
          <a:xfrm>
            <a:off x="10419988" y="3677518"/>
            <a:ext cx="1630252" cy="985897"/>
            <a:chOff x="10399254" y="4073562"/>
            <a:chExt cx="1630252" cy="985897"/>
          </a:xfrm>
        </p:grpSpPr>
        <p:sp>
          <p:nvSpPr>
            <p:cNvPr id="1287" name="Rectangle 1286">
              <a:extLst>
                <a:ext uri="{FF2B5EF4-FFF2-40B4-BE49-F238E27FC236}">
                  <a16:creationId xmlns:a16="http://schemas.microsoft.com/office/drawing/2014/main" id="{CEDB9403-3125-FE79-ADE8-2FE90C2E3267}"/>
                </a:ext>
              </a:extLst>
            </p:cNvPr>
            <p:cNvSpPr/>
            <p:nvPr/>
          </p:nvSpPr>
          <p:spPr>
            <a:xfrm>
              <a:off x="10399254" y="4077972"/>
              <a:ext cx="1630252" cy="98148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 dirty="0"/>
            </a:p>
          </p:txBody>
        </p:sp>
        <p:sp>
          <p:nvSpPr>
            <p:cNvPr id="1299" name="TextBox 1298">
              <a:extLst>
                <a:ext uri="{FF2B5EF4-FFF2-40B4-BE49-F238E27FC236}">
                  <a16:creationId xmlns:a16="http://schemas.microsoft.com/office/drawing/2014/main" id="{7A688AE5-2086-0063-0770-482FE7CA8F08}"/>
                </a:ext>
              </a:extLst>
            </p:cNvPr>
            <p:cNvSpPr txBox="1"/>
            <p:nvPr/>
          </p:nvSpPr>
          <p:spPr>
            <a:xfrm>
              <a:off x="10405603" y="4073562"/>
              <a:ext cx="1618522" cy="4725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GB" dirty="0"/>
                <a:t>Stoichiometry</a:t>
              </a:r>
            </a:p>
          </p:txBody>
        </p:sp>
        <p:grpSp>
          <p:nvGrpSpPr>
            <p:cNvPr id="1301" name="Group 1300">
              <a:extLst>
                <a:ext uri="{FF2B5EF4-FFF2-40B4-BE49-F238E27FC236}">
                  <a16:creationId xmlns:a16="http://schemas.microsoft.com/office/drawing/2014/main" id="{AD6FF7B0-FF97-2FFD-27B6-841DB5859F03}"/>
                </a:ext>
              </a:extLst>
            </p:cNvPr>
            <p:cNvGrpSpPr/>
            <p:nvPr/>
          </p:nvGrpSpPr>
          <p:grpSpPr>
            <a:xfrm>
              <a:off x="10805666" y="4577678"/>
              <a:ext cx="874626" cy="270988"/>
              <a:chOff x="8077677" y="3449183"/>
              <a:chExt cx="989554" cy="292203"/>
            </a:xfrm>
          </p:grpSpPr>
          <p:pic>
            <p:nvPicPr>
              <p:cNvPr id="1302" name="Picture 1301">
                <a:extLst>
                  <a:ext uri="{FF2B5EF4-FFF2-40B4-BE49-F238E27FC236}">
                    <a16:creationId xmlns:a16="http://schemas.microsoft.com/office/drawing/2014/main" id="{A6525A7C-8DCC-D0A4-926E-5C297B6A6F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416699" y="3449185"/>
                <a:ext cx="292201" cy="292201"/>
              </a:xfrm>
              <a:prstGeom prst="rect">
                <a:avLst/>
              </a:prstGeom>
            </p:spPr>
          </p:pic>
          <p:pic>
            <p:nvPicPr>
              <p:cNvPr id="1303" name="Picture 1302">
                <a:extLst>
                  <a:ext uri="{FF2B5EF4-FFF2-40B4-BE49-F238E27FC236}">
                    <a16:creationId xmlns:a16="http://schemas.microsoft.com/office/drawing/2014/main" id="{0BFBE31C-9958-3285-5AF4-DCBE1A6212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775030" y="3449183"/>
                <a:ext cx="292201" cy="292201"/>
              </a:xfrm>
              <a:prstGeom prst="rect">
                <a:avLst/>
              </a:prstGeom>
            </p:spPr>
          </p:pic>
          <p:pic>
            <p:nvPicPr>
              <p:cNvPr id="1304" name="Picture 1303">
                <a:extLst>
                  <a:ext uri="{FF2B5EF4-FFF2-40B4-BE49-F238E27FC236}">
                    <a16:creationId xmlns:a16="http://schemas.microsoft.com/office/drawing/2014/main" id="{7EA67B63-8257-AEAA-3DD7-A8F7AE67AD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077677" y="3449184"/>
                <a:ext cx="292202" cy="292202"/>
              </a:xfrm>
              <a:prstGeom prst="rect">
                <a:avLst/>
              </a:prstGeom>
            </p:spPr>
          </p:pic>
        </p:grp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8F845C8-E45A-77FC-626C-ED4EB598B067}"/>
              </a:ext>
            </a:extLst>
          </p:cNvPr>
          <p:cNvGrpSpPr/>
          <p:nvPr/>
        </p:nvGrpSpPr>
        <p:grpSpPr>
          <a:xfrm>
            <a:off x="10419988" y="2668892"/>
            <a:ext cx="1630252" cy="981487"/>
            <a:chOff x="10399254" y="3064936"/>
            <a:chExt cx="1630252" cy="981487"/>
          </a:xfrm>
        </p:grpSpPr>
        <p:sp>
          <p:nvSpPr>
            <p:cNvPr id="1286" name="Rectangle 1285">
              <a:extLst>
                <a:ext uri="{FF2B5EF4-FFF2-40B4-BE49-F238E27FC236}">
                  <a16:creationId xmlns:a16="http://schemas.microsoft.com/office/drawing/2014/main" id="{8FBE6E45-0CBA-A896-5802-96E0DFDAF11E}"/>
                </a:ext>
              </a:extLst>
            </p:cNvPr>
            <p:cNvSpPr/>
            <p:nvPr/>
          </p:nvSpPr>
          <p:spPr>
            <a:xfrm>
              <a:off x="10399254" y="3064936"/>
              <a:ext cx="1630252" cy="98148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 dirty="0"/>
            </a:p>
          </p:txBody>
        </p:sp>
        <p:sp>
          <p:nvSpPr>
            <p:cNvPr id="1297" name="TextBox 1296">
              <a:extLst>
                <a:ext uri="{FF2B5EF4-FFF2-40B4-BE49-F238E27FC236}">
                  <a16:creationId xmlns:a16="http://schemas.microsoft.com/office/drawing/2014/main" id="{FF58A6C9-D2E4-FDD2-0C20-D9942F358E72}"/>
                </a:ext>
              </a:extLst>
            </p:cNvPr>
            <p:cNvSpPr txBox="1"/>
            <p:nvPr/>
          </p:nvSpPr>
          <p:spPr>
            <a:xfrm>
              <a:off x="10405118" y="3065716"/>
              <a:ext cx="1618522" cy="4725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GB" dirty="0"/>
                <a:t>Toxicity</a:t>
              </a:r>
            </a:p>
          </p:txBody>
        </p:sp>
        <p:pic>
          <p:nvPicPr>
            <p:cNvPr id="1306" name="Picture 1305">
              <a:extLst>
                <a:ext uri="{FF2B5EF4-FFF2-40B4-BE49-F238E27FC236}">
                  <a16:creationId xmlns:a16="http://schemas.microsoft.com/office/drawing/2014/main" id="{931F0017-3822-4BAE-C3A2-F2C6387A30E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070522" y="3539446"/>
              <a:ext cx="348511" cy="348511"/>
            </a:xfrm>
            <a:prstGeom prst="rect">
              <a:avLst/>
            </a:prstGeom>
          </p:spPr>
        </p:pic>
      </p:grpSp>
      <p:sp>
        <p:nvSpPr>
          <p:cNvPr id="1307" name="TextBox 1306">
            <a:extLst>
              <a:ext uri="{FF2B5EF4-FFF2-40B4-BE49-F238E27FC236}">
                <a16:creationId xmlns:a16="http://schemas.microsoft.com/office/drawing/2014/main" id="{2FD1F920-7B43-E906-E74B-3D0A1DE43909}"/>
              </a:ext>
            </a:extLst>
          </p:cNvPr>
          <p:cNvSpPr txBox="1"/>
          <p:nvPr/>
        </p:nvSpPr>
        <p:spPr>
          <a:xfrm rot="16200000">
            <a:off x="7523979" y="3466098"/>
            <a:ext cx="19945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Quality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3270A60-4926-2927-E5D7-A820407EACBC}"/>
              </a:ext>
            </a:extLst>
          </p:cNvPr>
          <p:cNvGrpSpPr/>
          <p:nvPr/>
        </p:nvGrpSpPr>
        <p:grpSpPr>
          <a:xfrm>
            <a:off x="9190051" y="4789949"/>
            <a:ext cx="2127445" cy="984294"/>
            <a:chOff x="9169317" y="5185993"/>
            <a:chExt cx="2127445" cy="984294"/>
          </a:xfrm>
        </p:grpSpPr>
        <p:sp>
          <p:nvSpPr>
            <p:cNvPr id="1285" name="Rectangle 1284">
              <a:extLst>
                <a:ext uri="{FF2B5EF4-FFF2-40B4-BE49-F238E27FC236}">
                  <a16:creationId xmlns:a16="http://schemas.microsoft.com/office/drawing/2014/main" id="{A356B8E3-5C11-C246-C617-E125D20E8220}"/>
                </a:ext>
              </a:extLst>
            </p:cNvPr>
            <p:cNvSpPr/>
            <p:nvPr/>
          </p:nvSpPr>
          <p:spPr>
            <a:xfrm>
              <a:off x="9611854" y="5188800"/>
              <a:ext cx="1630252" cy="98148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 dirty="0"/>
            </a:p>
          </p:txBody>
        </p:sp>
        <p:sp>
          <p:nvSpPr>
            <p:cNvPr id="1296" name="TextBox 1295">
              <a:extLst>
                <a:ext uri="{FF2B5EF4-FFF2-40B4-BE49-F238E27FC236}">
                  <a16:creationId xmlns:a16="http://schemas.microsoft.com/office/drawing/2014/main" id="{E98DF2C5-FAEF-88A2-E984-8DA35E68D513}"/>
                </a:ext>
              </a:extLst>
            </p:cNvPr>
            <p:cNvSpPr txBox="1"/>
            <p:nvPr/>
          </p:nvSpPr>
          <p:spPr>
            <a:xfrm>
              <a:off x="9548617" y="5185994"/>
              <a:ext cx="1748145" cy="4678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GB" dirty="0"/>
                <a:t>Time to emerge</a:t>
              </a:r>
            </a:p>
          </p:txBody>
        </p:sp>
        <p:pic>
          <p:nvPicPr>
            <p:cNvPr id="1305" name="Picture 1304">
              <a:extLst>
                <a:ext uri="{FF2B5EF4-FFF2-40B4-BE49-F238E27FC236}">
                  <a16:creationId xmlns:a16="http://schemas.microsoft.com/office/drawing/2014/main" id="{FF34CC9F-CC75-6B0B-EF2B-9DD2C199B69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0209079" y="5636308"/>
              <a:ext cx="496598" cy="496598"/>
            </a:xfrm>
            <a:prstGeom prst="rect">
              <a:avLst/>
            </a:prstGeom>
          </p:spPr>
        </p:pic>
        <p:sp>
          <p:nvSpPr>
            <p:cNvPr id="1308" name="TextBox 1307">
              <a:extLst>
                <a:ext uri="{FF2B5EF4-FFF2-40B4-BE49-F238E27FC236}">
                  <a16:creationId xmlns:a16="http://schemas.microsoft.com/office/drawing/2014/main" id="{21603A63-7F15-F172-FA8E-8B0D3604A0BB}"/>
                </a:ext>
              </a:extLst>
            </p:cNvPr>
            <p:cNvSpPr txBox="1"/>
            <p:nvPr/>
          </p:nvSpPr>
          <p:spPr>
            <a:xfrm rot="16200000">
              <a:off x="8878628" y="5476682"/>
              <a:ext cx="98148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000" dirty="0"/>
                <a:t>Timing</a:t>
              </a:r>
            </a:p>
          </p:txBody>
        </p:sp>
      </p:grpSp>
      <p:sp>
        <p:nvSpPr>
          <p:cNvPr id="1282" name="Rectangle 1281">
            <a:extLst>
              <a:ext uri="{FF2B5EF4-FFF2-40B4-BE49-F238E27FC236}">
                <a16:creationId xmlns:a16="http://schemas.microsoft.com/office/drawing/2014/main" id="{45F669BD-0B11-B036-6C17-12D696B1F868}"/>
              </a:ext>
            </a:extLst>
          </p:cNvPr>
          <p:cNvSpPr/>
          <p:nvPr/>
        </p:nvSpPr>
        <p:spPr>
          <a:xfrm>
            <a:off x="9632589" y="1380717"/>
            <a:ext cx="1630252" cy="116905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 dirty="0"/>
          </a:p>
        </p:txBody>
      </p:sp>
      <p:sp>
        <p:nvSpPr>
          <p:cNvPr id="1288" name="TextBox 1287">
            <a:extLst>
              <a:ext uri="{FF2B5EF4-FFF2-40B4-BE49-F238E27FC236}">
                <a16:creationId xmlns:a16="http://schemas.microsoft.com/office/drawing/2014/main" id="{9AA2043B-F1A0-A1A7-5F38-18B8CB2C2DE1}"/>
              </a:ext>
            </a:extLst>
          </p:cNvPr>
          <p:cNvSpPr txBox="1"/>
          <p:nvPr/>
        </p:nvSpPr>
        <p:spPr>
          <a:xfrm>
            <a:off x="9623238" y="1343336"/>
            <a:ext cx="1639602" cy="4725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GB" dirty="0"/>
              <a:t>Emerged</a:t>
            </a:r>
          </a:p>
        </p:txBody>
      </p:sp>
      <p:sp>
        <p:nvSpPr>
          <p:cNvPr id="1309" name="TextBox 1308">
            <a:extLst>
              <a:ext uri="{FF2B5EF4-FFF2-40B4-BE49-F238E27FC236}">
                <a16:creationId xmlns:a16="http://schemas.microsoft.com/office/drawing/2014/main" id="{0511748E-B93B-48CB-714A-CD4D78C46800}"/>
              </a:ext>
            </a:extLst>
          </p:cNvPr>
          <p:cNvSpPr txBox="1"/>
          <p:nvPr/>
        </p:nvSpPr>
        <p:spPr>
          <a:xfrm rot="16200000">
            <a:off x="8771692" y="1927315"/>
            <a:ext cx="12368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Quantity</a:t>
            </a:r>
          </a:p>
        </p:txBody>
      </p:sp>
      <p:grpSp>
        <p:nvGrpSpPr>
          <p:cNvPr id="1201" name="Group 1200">
            <a:extLst>
              <a:ext uri="{FF2B5EF4-FFF2-40B4-BE49-F238E27FC236}">
                <a16:creationId xmlns:a16="http://schemas.microsoft.com/office/drawing/2014/main" id="{9CF0B55B-B61D-3A6E-C90E-8518C6A98806}"/>
              </a:ext>
            </a:extLst>
          </p:cNvPr>
          <p:cNvGrpSpPr/>
          <p:nvPr/>
        </p:nvGrpSpPr>
        <p:grpSpPr>
          <a:xfrm flipH="1">
            <a:off x="1497805" y="4215357"/>
            <a:ext cx="714143" cy="804641"/>
            <a:chOff x="8890000" y="4287338"/>
            <a:chExt cx="1496283" cy="1685895"/>
          </a:xfrm>
        </p:grpSpPr>
        <p:sp>
          <p:nvSpPr>
            <p:cNvPr id="1203" name="Freeform 1202">
              <a:extLst>
                <a:ext uri="{FF2B5EF4-FFF2-40B4-BE49-F238E27FC236}">
                  <a16:creationId xmlns:a16="http://schemas.microsoft.com/office/drawing/2014/main" id="{D9410D89-0560-0A79-B190-B10FD4AFD5E8}"/>
                </a:ext>
              </a:extLst>
            </p:cNvPr>
            <p:cNvSpPr/>
            <p:nvPr/>
          </p:nvSpPr>
          <p:spPr>
            <a:xfrm>
              <a:off x="9306125" y="4287338"/>
              <a:ext cx="1080158" cy="1635809"/>
            </a:xfrm>
            <a:custGeom>
              <a:avLst/>
              <a:gdLst>
                <a:gd name="connsiteX0" fmla="*/ 269675 w 1080158"/>
                <a:gd name="connsiteY0" fmla="*/ 98395 h 1635809"/>
                <a:gd name="connsiteX1" fmla="*/ 337408 w 1080158"/>
                <a:gd name="connsiteY1" fmla="*/ 22195 h 1635809"/>
                <a:gd name="connsiteX2" fmla="*/ 519442 w 1080158"/>
                <a:gd name="connsiteY2" fmla="*/ 1029 h 1635809"/>
                <a:gd name="connsiteX3" fmla="*/ 688775 w 1080158"/>
                <a:gd name="connsiteY3" fmla="*/ 47595 h 1635809"/>
                <a:gd name="connsiteX4" fmla="*/ 832708 w 1080158"/>
                <a:gd name="connsiteY4" fmla="*/ 136495 h 1635809"/>
                <a:gd name="connsiteX5" fmla="*/ 904675 w 1080158"/>
                <a:gd name="connsiteY5" fmla="*/ 216929 h 1635809"/>
                <a:gd name="connsiteX6" fmla="*/ 955475 w 1080158"/>
                <a:gd name="connsiteY6" fmla="*/ 314295 h 1635809"/>
                <a:gd name="connsiteX7" fmla="*/ 972408 w 1080158"/>
                <a:gd name="connsiteY7" fmla="*/ 424362 h 1635809"/>
                <a:gd name="connsiteX8" fmla="*/ 989342 w 1080158"/>
                <a:gd name="connsiteY8" fmla="*/ 504795 h 1635809"/>
                <a:gd name="connsiteX9" fmla="*/ 1006275 w 1080158"/>
                <a:gd name="connsiteY9" fmla="*/ 602162 h 1635809"/>
                <a:gd name="connsiteX10" fmla="*/ 1031675 w 1080158"/>
                <a:gd name="connsiteY10" fmla="*/ 682595 h 1635809"/>
                <a:gd name="connsiteX11" fmla="*/ 1057075 w 1080158"/>
                <a:gd name="connsiteY11" fmla="*/ 775729 h 1635809"/>
                <a:gd name="connsiteX12" fmla="*/ 1078242 w 1080158"/>
                <a:gd name="connsiteY12" fmla="*/ 868862 h 1635809"/>
                <a:gd name="connsiteX13" fmla="*/ 1006275 w 1080158"/>
                <a:gd name="connsiteY13" fmla="*/ 1249862 h 1635809"/>
                <a:gd name="connsiteX14" fmla="*/ 862342 w 1080158"/>
                <a:gd name="connsiteY14" fmla="*/ 1541962 h 1635809"/>
                <a:gd name="connsiteX15" fmla="*/ 845408 w 1080158"/>
                <a:gd name="connsiteY15" fmla="*/ 1635095 h 1635809"/>
                <a:gd name="connsiteX16" fmla="*/ 790375 w 1080158"/>
                <a:gd name="connsiteY16" fmla="*/ 1584295 h 1635809"/>
                <a:gd name="connsiteX17" fmla="*/ 557542 w 1080158"/>
                <a:gd name="connsiteY17" fmla="*/ 1571595 h 1635809"/>
                <a:gd name="connsiteX18" fmla="*/ 256975 w 1080158"/>
                <a:gd name="connsiteY18" fmla="*/ 1440362 h 1635809"/>
                <a:gd name="connsiteX19" fmla="*/ 66475 w 1080158"/>
                <a:gd name="connsiteY19" fmla="*/ 1156729 h 1635809"/>
                <a:gd name="connsiteX20" fmla="*/ 7208 w 1080158"/>
                <a:gd name="connsiteY20" fmla="*/ 898495 h 1635809"/>
                <a:gd name="connsiteX21" fmla="*/ 19908 w 1080158"/>
                <a:gd name="connsiteY21" fmla="*/ 593695 h 1635809"/>
                <a:gd name="connsiteX22" fmla="*/ 176542 w 1080158"/>
                <a:gd name="connsiteY22" fmla="*/ 356629 h 1635809"/>
                <a:gd name="connsiteX23" fmla="*/ 367042 w 1080158"/>
                <a:gd name="connsiteY23" fmla="*/ 322762 h 1635809"/>
                <a:gd name="connsiteX24" fmla="*/ 265442 w 1080158"/>
                <a:gd name="connsiteY24" fmla="*/ 271962 h 1635809"/>
                <a:gd name="connsiteX25" fmla="*/ 189242 w 1080158"/>
                <a:gd name="connsiteY25" fmla="*/ 288895 h 1635809"/>
                <a:gd name="connsiteX26" fmla="*/ 269675 w 1080158"/>
                <a:gd name="connsiteY26" fmla="*/ 98395 h 1635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080158" h="1635809">
                  <a:moveTo>
                    <a:pt x="269675" y="98395"/>
                  </a:moveTo>
                  <a:cubicBezTo>
                    <a:pt x="294369" y="53945"/>
                    <a:pt x="295780" y="38423"/>
                    <a:pt x="337408" y="22195"/>
                  </a:cubicBezTo>
                  <a:cubicBezTo>
                    <a:pt x="379036" y="5967"/>
                    <a:pt x="460881" y="-3204"/>
                    <a:pt x="519442" y="1029"/>
                  </a:cubicBezTo>
                  <a:cubicBezTo>
                    <a:pt x="578003" y="5262"/>
                    <a:pt x="636564" y="25017"/>
                    <a:pt x="688775" y="47595"/>
                  </a:cubicBezTo>
                  <a:cubicBezTo>
                    <a:pt x="740986" y="70173"/>
                    <a:pt x="796725" y="108273"/>
                    <a:pt x="832708" y="136495"/>
                  </a:cubicBezTo>
                  <a:cubicBezTo>
                    <a:pt x="868691" y="164717"/>
                    <a:pt x="884214" y="187296"/>
                    <a:pt x="904675" y="216929"/>
                  </a:cubicBezTo>
                  <a:cubicBezTo>
                    <a:pt x="925136" y="246562"/>
                    <a:pt x="944186" y="279723"/>
                    <a:pt x="955475" y="314295"/>
                  </a:cubicBezTo>
                  <a:cubicBezTo>
                    <a:pt x="966764" y="348867"/>
                    <a:pt x="966764" y="392612"/>
                    <a:pt x="972408" y="424362"/>
                  </a:cubicBezTo>
                  <a:cubicBezTo>
                    <a:pt x="978052" y="456112"/>
                    <a:pt x="983698" y="475162"/>
                    <a:pt x="989342" y="504795"/>
                  </a:cubicBezTo>
                  <a:cubicBezTo>
                    <a:pt x="994986" y="534428"/>
                    <a:pt x="999220" y="572529"/>
                    <a:pt x="1006275" y="602162"/>
                  </a:cubicBezTo>
                  <a:cubicBezTo>
                    <a:pt x="1013330" y="631795"/>
                    <a:pt x="1023208" y="653667"/>
                    <a:pt x="1031675" y="682595"/>
                  </a:cubicBezTo>
                  <a:cubicBezTo>
                    <a:pt x="1040142" y="711523"/>
                    <a:pt x="1049314" y="744685"/>
                    <a:pt x="1057075" y="775729"/>
                  </a:cubicBezTo>
                  <a:cubicBezTo>
                    <a:pt x="1064836" y="806773"/>
                    <a:pt x="1086709" y="789840"/>
                    <a:pt x="1078242" y="868862"/>
                  </a:cubicBezTo>
                  <a:cubicBezTo>
                    <a:pt x="1069775" y="947884"/>
                    <a:pt x="1042258" y="1137679"/>
                    <a:pt x="1006275" y="1249862"/>
                  </a:cubicBezTo>
                  <a:cubicBezTo>
                    <a:pt x="970292" y="1362045"/>
                    <a:pt x="889153" y="1477757"/>
                    <a:pt x="862342" y="1541962"/>
                  </a:cubicBezTo>
                  <a:cubicBezTo>
                    <a:pt x="835531" y="1606167"/>
                    <a:pt x="857402" y="1628040"/>
                    <a:pt x="845408" y="1635095"/>
                  </a:cubicBezTo>
                  <a:cubicBezTo>
                    <a:pt x="833414" y="1642150"/>
                    <a:pt x="838353" y="1594878"/>
                    <a:pt x="790375" y="1584295"/>
                  </a:cubicBezTo>
                  <a:cubicBezTo>
                    <a:pt x="742397" y="1573712"/>
                    <a:pt x="646442" y="1595584"/>
                    <a:pt x="557542" y="1571595"/>
                  </a:cubicBezTo>
                  <a:cubicBezTo>
                    <a:pt x="468642" y="1547606"/>
                    <a:pt x="338820" y="1509506"/>
                    <a:pt x="256975" y="1440362"/>
                  </a:cubicBezTo>
                  <a:cubicBezTo>
                    <a:pt x="175130" y="1371218"/>
                    <a:pt x="108103" y="1247040"/>
                    <a:pt x="66475" y="1156729"/>
                  </a:cubicBezTo>
                  <a:cubicBezTo>
                    <a:pt x="24847" y="1066418"/>
                    <a:pt x="14969" y="992334"/>
                    <a:pt x="7208" y="898495"/>
                  </a:cubicBezTo>
                  <a:cubicBezTo>
                    <a:pt x="-553" y="804656"/>
                    <a:pt x="-8314" y="684006"/>
                    <a:pt x="19908" y="593695"/>
                  </a:cubicBezTo>
                  <a:cubicBezTo>
                    <a:pt x="48130" y="503384"/>
                    <a:pt x="118686" y="401784"/>
                    <a:pt x="176542" y="356629"/>
                  </a:cubicBezTo>
                  <a:cubicBezTo>
                    <a:pt x="234398" y="311474"/>
                    <a:pt x="352225" y="336873"/>
                    <a:pt x="367042" y="322762"/>
                  </a:cubicBezTo>
                  <a:cubicBezTo>
                    <a:pt x="381859" y="308651"/>
                    <a:pt x="295075" y="277606"/>
                    <a:pt x="265442" y="271962"/>
                  </a:cubicBezTo>
                  <a:cubicBezTo>
                    <a:pt x="235809" y="266318"/>
                    <a:pt x="192770" y="310767"/>
                    <a:pt x="189242" y="288895"/>
                  </a:cubicBezTo>
                  <a:cubicBezTo>
                    <a:pt x="185714" y="267023"/>
                    <a:pt x="244981" y="142845"/>
                    <a:pt x="269675" y="98395"/>
                  </a:cubicBez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04" name="Freeform 1203">
              <a:extLst>
                <a:ext uri="{FF2B5EF4-FFF2-40B4-BE49-F238E27FC236}">
                  <a16:creationId xmlns:a16="http://schemas.microsoft.com/office/drawing/2014/main" id="{65E5828F-E9B0-06A3-D7FA-6CBCA00BEF2A}"/>
                </a:ext>
              </a:extLst>
            </p:cNvPr>
            <p:cNvSpPr/>
            <p:nvPr/>
          </p:nvSpPr>
          <p:spPr>
            <a:xfrm>
              <a:off x="9605433" y="4315899"/>
              <a:ext cx="304800" cy="370401"/>
            </a:xfrm>
            <a:custGeom>
              <a:avLst/>
              <a:gdLst>
                <a:gd name="connsiteX0" fmla="*/ 0 w 304800"/>
                <a:gd name="connsiteY0" fmla="*/ 19034 h 370401"/>
                <a:gd name="connsiteX1" fmla="*/ 97367 w 304800"/>
                <a:gd name="connsiteY1" fmla="*/ 2101 h 370401"/>
                <a:gd name="connsiteX2" fmla="*/ 220134 w 304800"/>
                <a:gd name="connsiteY2" fmla="*/ 61368 h 370401"/>
                <a:gd name="connsiteX3" fmla="*/ 275167 w 304800"/>
                <a:gd name="connsiteY3" fmla="*/ 141801 h 370401"/>
                <a:gd name="connsiteX4" fmla="*/ 304800 w 304800"/>
                <a:gd name="connsiteY4" fmla="*/ 370401 h 370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0" h="370401">
                  <a:moveTo>
                    <a:pt x="0" y="19034"/>
                  </a:moveTo>
                  <a:cubicBezTo>
                    <a:pt x="30339" y="7039"/>
                    <a:pt x="60678" y="-4955"/>
                    <a:pt x="97367" y="2101"/>
                  </a:cubicBezTo>
                  <a:cubicBezTo>
                    <a:pt x="134056" y="9157"/>
                    <a:pt x="190501" y="38085"/>
                    <a:pt x="220134" y="61368"/>
                  </a:cubicBezTo>
                  <a:cubicBezTo>
                    <a:pt x="249767" y="84651"/>
                    <a:pt x="261056" y="90296"/>
                    <a:pt x="275167" y="141801"/>
                  </a:cubicBezTo>
                  <a:cubicBezTo>
                    <a:pt x="289278" y="193306"/>
                    <a:pt x="297039" y="281853"/>
                    <a:pt x="304800" y="370401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1205" name="Freeform 1204">
              <a:extLst>
                <a:ext uri="{FF2B5EF4-FFF2-40B4-BE49-F238E27FC236}">
                  <a16:creationId xmlns:a16="http://schemas.microsoft.com/office/drawing/2014/main" id="{11BC04C4-DEA7-F884-41A1-584D52A5DDAD}"/>
                </a:ext>
              </a:extLst>
            </p:cNvPr>
            <p:cNvSpPr/>
            <p:nvPr/>
          </p:nvSpPr>
          <p:spPr>
            <a:xfrm>
              <a:off x="9475451" y="4668428"/>
              <a:ext cx="396682" cy="794243"/>
            </a:xfrm>
            <a:custGeom>
              <a:avLst/>
              <a:gdLst>
                <a:gd name="connsiteX0" fmla="*/ 396682 w 396682"/>
                <a:gd name="connsiteY0" fmla="*/ 22105 h 794243"/>
                <a:gd name="connsiteX1" fmla="*/ 134216 w 396682"/>
                <a:gd name="connsiteY1" fmla="*/ 5172 h 794243"/>
                <a:gd name="connsiteX2" fmla="*/ 19916 w 396682"/>
                <a:gd name="connsiteY2" fmla="*/ 102539 h 794243"/>
                <a:gd name="connsiteX3" fmla="*/ 2982 w 396682"/>
                <a:gd name="connsiteY3" fmla="*/ 259172 h 794243"/>
                <a:gd name="connsiteX4" fmla="*/ 53782 w 396682"/>
                <a:gd name="connsiteY4" fmla="*/ 390405 h 794243"/>
                <a:gd name="connsiteX5" fmla="*/ 19916 w 396682"/>
                <a:gd name="connsiteY5" fmla="*/ 530105 h 794243"/>
                <a:gd name="connsiteX6" fmla="*/ 79182 w 396682"/>
                <a:gd name="connsiteY6" fmla="*/ 703672 h 794243"/>
                <a:gd name="connsiteX7" fmla="*/ 210416 w 396682"/>
                <a:gd name="connsiteY7" fmla="*/ 792572 h 794243"/>
                <a:gd name="connsiteX8" fmla="*/ 341649 w 396682"/>
                <a:gd name="connsiteY8" fmla="*/ 754472 h 794243"/>
                <a:gd name="connsiteX9" fmla="*/ 396682 w 396682"/>
                <a:gd name="connsiteY9" fmla="*/ 665572 h 794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6682" h="794243">
                  <a:moveTo>
                    <a:pt x="396682" y="22105"/>
                  </a:moveTo>
                  <a:cubicBezTo>
                    <a:pt x="296846" y="6935"/>
                    <a:pt x="197010" y="-8234"/>
                    <a:pt x="134216" y="5172"/>
                  </a:cubicBezTo>
                  <a:cubicBezTo>
                    <a:pt x="71422" y="18578"/>
                    <a:pt x="41788" y="60206"/>
                    <a:pt x="19916" y="102539"/>
                  </a:cubicBezTo>
                  <a:cubicBezTo>
                    <a:pt x="-1956" y="144872"/>
                    <a:pt x="-2662" y="211194"/>
                    <a:pt x="2982" y="259172"/>
                  </a:cubicBezTo>
                  <a:cubicBezTo>
                    <a:pt x="8626" y="307150"/>
                    <a:pt x="50960" y="345250"/>
                    <a:pt x="53782" y="390405"/>
                  </a:cubicBezTo>
                  <a:cubicBezTo>
                    <a:pt x="56604" y="435560"/>
                    <a:pt x="15683" y="477894"/>
                    <a:pt x="19916" y="530105"/>
                  </a:cubicBezTo>
                  <a:cubicBezTo>
                    <a:pt x="24149" y="582316"/>
                    <a:pt x="47432" y="659928"/>
                    <a:pt x="79182" y="703672"/>
                  </a:cubicBezTo>
                  <a:cubicBezTo>
                    <a:pt x="110932" y="747416"/>
                    <a:pt x="166671" y="784105"/>
                    <a:pt x="210416" y="792572"/>
                  </a:cubicBezTo>
                  <a:cubicBezTo>
                    <a:pt x="254161" y="801039"/>
                    <a:pt x="310605" y="775639"/>
                    <a:pt x="341649" y="754472"/>
                  </a:cubicBezTo>
                  <a:cubicBezTo>
                    <a:pt x="372693" y="733305"/>
                    <a:pt x="384687" y="699438"/>
                    <a:pt x="396682" y="665572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06" name="Freeform 1205">
              <a:extLst>
                <a:ext uri="{FF2B5EF4-FFF2-40B4-BE49-F238E27FC236}">
                  <a16:creationId xmlns:a16="http://schemas.microsoft.com/office/drawing/2014/main" id="{45A347DF-146A-4759-D4FF-64982C88E430}"/>
                </a:ext>
              </a:extLst>
            </p:cNvPr>
            <p:cNvSpPr/>
            <p:nvPr/>
          </p:nvSpPr>
          <p:spPr>
            <a:xfrm>
              <a:off x="9307679" y="5468363"/>
              <a:ext cx="361254" cy="255104"/>
            </a:xfrm>
            <a:custGeom>
              <a:avLst/>
              <a:gdLst>
                <a:gd name="connsiteX0" fmla="*/ 272354 w 361254"/>
                <a:gd name="connsiteY0" fmla="*/ 255104 h 255104"/>
                <a:gd name="connsiteX1" fmla="*/ 259654 w 361254"/>
                <a:gd name="connsiteY1" fmla="*/ 157737 h 255104"/>
                <a:gd name="connsiteX2" fmla="*/ 149588 w 361254"/>
                <a:gd name="connsiteY2" fmla="*/ 98470 h 255104"/>
                <a:gd name="connsiteX3" fmla="*/ 86088 w 361254"/>
                <a:gd name="connsiteY3" fmla="*/ 102704 h 255104"/>
                <a:gd name="connsiteX4" fmla="*/ 56454 w 361254"/>
                <a:gd name="connsiteY4" fmla="*/ 77304 h 255104"/>
                <a:gd name="connsiteX5" fmla="*/ 1421 w 361254"/>
                <a:gd name="connsiteY5" fmla="*/ 98470 h 255104"/>
                <a:gd name="connsiteX6" fmla="*/ 119954 w 361254"/>
                <a:gd name="connsiteY6" fmla="*/ 13804 h 255104"/>
                <a:gd name="connsiteX7" fmla="*/ 361254 w 361254"/>
                <a:gd name="connsiteY7" fmla="*/ 1104 h 255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1254" h="255104">
                  <a:moveTo>
                    <a:pt x="272354" y="255104"/>
                  </a:moveTo>
                  <a:cubicBezTo>
                    <a:pt x="276234" y="219473"/>
                    <a:pt x="280115" y="183843"/>
                    <a:pt x="259654" y="157737"/>
                  </a:cubicBezTo>
                  <a:cubicBezTo>
                    <a:pt x="239193" y="131631"/>
                    <a:pt x="178516" y="107642"/>
                    <a:pt x="149588" y="98470"/>
                  </a:cubicBezTo>
                  <a:cubicBezTo>
                    <a:pt x="120660" y="89298"/>
                    <a:pt x="101610" y="106232"/>
                    <a:pt x="86088" y="102704"/>
                  </a:cubicBezTo>
                  <a:cubicBezTo>
                    <a:pt x="70566" y="99176"/>
                    <a:pt x="70565" y="78010"/>
                    <a:pt x="56454" y="77304"/>
                  </a:cubicBezTo>
                  <a:cubicBezTo>
                    <a:pt x="42343" y="76598"/>
                    <a:pt x="-9162" y="109053"/>
                    <a:pt x="1421" y="98470"/>
                  </a:cubicBezTo>
                  <a:cubicBezTo>
                    <a:pt x="12004" y="87887"/>
                    <a:pt x="59982" y="30032"/>
                    <a:pt x="119954" y="13804"/>
                  </a:cubicBezTo>
                  <a:cubicBezTo>
                    <a:pt x="179926" y="-2424"/>
                    <a:pt x="270590" y="-660"/>
                    <a:pt x="361254" y="1104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07" name="Freeform 1206">
              <a:extLst>
                <a:ext uri="{FF2B5EF4-FFF2-40B4-BE49-F238E27FC236}">
                  <a16:creationId xmlns:a16="http://schemas.microsoft.com/office/drawing/2014/main" id="{92D0186D-0D3A-BBBB-0C23-07B940F7DECE}"/>
                </a:ext>
              </a:extLst>
            </p:cNvPr>
            <p:cNvSpPr/>
            <p:nvPr/>
          </p:nvSpPr>
          <p:spPr>
            <a:xfrm>
              <a:off x="9583409" y="4398118"/>
              <a:ext cx="575038" cy="1382429"/>
            </a:xfrm>
            <a:custGeom>
              <a:avLst/>
              <a:gdLst>
                <a:gd name="connsiteX0" fmla="*/ 305658 w 575038"/>
                <a:gd name="connsiteY0" fmla="*/ 21482 h 1382429"/>
                <a:gd name="connsiteX1" fmla="*/ 462291 w 575038"/>
                <a:gd name="connsiteY1" fmla="*/ 8782 h 1382429"/>
                <a:gd name="connsiteX2" fmla="*/ 572358 w 575038"/>
                <a:gd name="connsiteY2" fmla="*/ 135782 h 1382429"/>
                <a:gd name="connsiteX3" fmla="*/ 534258 w 575038"/>
                <a:gd name="connsiteY3" fmla="*/ 372849 h 1382429"/>
                <a:gd name="connsiteX4" fmla="*/ 458058 w 575038"/>
                <a:gd name="connsiteY4" fmla="*/ 491382 h 1382429"/>
                <a:gd name="connsiteX5" fmla="*/ 424191 w 575038"/>
                <a:gd name="connsiteY5" fmla="*/ 1050182 h 1382429"/>
                <a:gd name="connsiteX6" fmla="*/ 326824 w 575038"/>
                <a:gd name="connsiteY6" fmla="*/ 1329582 h 1382429"/>
                <a:gd name="connsiteX7" fmla="*/ 119391 w 575038"/>
                <a:gd name="connsiteY7" fmla="*/ 1367682 h 1382429"/>
                <a:gd name="connsiteX8" fmla="*/ 858 w 575038"/>
                <a:gd name="connsiteY8" fmla="*/ 1156015 h 1382429"/>
                <a:gd name="connsiteX9" fmla="*/ 68591 w 575038"/>
                <a:gd name="connsiteY9" fmla="*/ 1122149 h 1382429"/>
                <a:gd name="connsiteX10" fmla="*/ 119391 w 575038"/>
                <a:gd name="connsiteY10" fmla="*/ 1244915 h 1382429"/>
                <a:gd name="connsiteX11" fmla="*/ 237924 w 575038"/>
                <a:gd name="connsiteY11" fmla="*/ 1283015 h 1382429"/>
                <a:gd name="connsiteX12" fmla="*/ 297191 w 575038"/>
                <a:gd name="connsiteY12" fmla="*/ 1164482 h 1382429"/>
                <a:gd name="connsiteX13" fmla="*/ 356458 w 575038"/>
                <a:gd name="connsiteY13" fmla="*/ 504082 h 1382429"/>
                <a:gd name="connsiteX14" fmla="*/ 360691 w 575038"/>
                <a:gd name="connsiteY14" fmla="*/ 419415 h 1382429"/>
                <a:gd name="connsiteX15" fmla="*/ 445358 w 575038"/>
                <a:gd name="connsiteY15" fmla="*/ 334749 h 1382429"/>
                <a:gd name="connsiteX16" fmla="*/ 491924 w 575038"/>
                <a:gd name="connsiteY16" fmla="*/ 233149 h 1382429"/>
                <a:gd name="connsiteX17" fmla="*/ 474991 w 575038"/>
                <a:gd name="connsiteY17" fmla="*/ 135782 h 1382429"/>
                <a:gd name="connsiteX18" fmla="*/ 407258 w 575038"/>
                <a:gd name="connsiteY18" fmla="*/ 93449 h 1382429"/>
                <a:gd name="connsiteX19" fmla="*/ 339524 w 575038"/>
                <a:gd name="connsiteY19" fmla="*/ 106149 h 1382429"/>
                <a:gd name="connsiteX20" fmla="*/ 305658 w 575038"/>
                <a:gd name="connsiteY20" fmla="*/ 21482 h 1382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75038" h="1382429">
                  <a:moveTo>
                    <a:pt x="305658" y="21482"/>
                  </a:moveTo>
                  <a:cubicBezTo>
                    <a:pt x="326119" y="5254"/>
                    <a:pt x="417841" y="-10268"/>
                    <a:pt x="462291" y="8782"/>
                  </a:cubicBezTo>
                  <a:cubicBezTo>
                    <a:pt x="506741" y="27832"/>
                    <a:pt x="560364" y="75104"/>
                    <a:pt x="572358" y="135782"/>
                  </a:cubicBezTo>
                  <a:cubicBezTo>
                    <a:pt x="584352" y="196460"/>
                    <a:pt x="553308" y="313582"/>
                    <a:pt x="534258" y="372849"/>
                  </a:cubicBezTo>
                  <a:cubicBezTo>
                    <a:pt x="515208" y="432116"/>
                    <a:pt x="476402" y="378493"/>
                    <a:pt x="458058" y="491382"/>
                  </a:cubicBezTo>
                  <a:cubicBezTo>
                    <a:pt x="439714" y="604271"/>
                    <a:pt x="446063" y="910482"/>
                    <a:pt x="424191" y="1050182"/>
                  </a:cubicBezTo>
                  <a:cubicBezTo>
                    <a:pt x="402319" y="1189882"/>
                    <a:pt x="377624" y="1276665"/>
                    <a:pt x="326824" y="1329582"/>
                  </a:cubicBezTo>
                  <a:cubicBezTo>
                    <a:pt x="276024" y="1382499"/>
                    <a:pt x="173719" y="1396610"/>
                    <a:pt x="119391" y="1367682"/>
                  </a:cubicBezTo>
                  <a:cubicBezTo>
                    <a:pt x="65063" y="1338754"/>
                    <a:pt x="9325" y="1196937"/>
                    <a:pt x="858" y="1156015"/>
                  </a:cubicBezTo>
                  <a:cubicBezTo>
                    <a:pt x="-7609" y="1115093"/>
                    <a:pt x="48835" y="1107332"/>
                    <a:pt x="68591" y="1122149"/>
                  </a:cubicBezTo>
                  <a:cubicBezTo>
                    <a:pt x="88346" y="1136966"/>
                    <a:pt x="91169" y="1218104"/>
                    <a:pt x="119391" y="1244915"/>
                  </a:cubicBezTo>
                  <a:cubicBezTo>
                    <a:pt x="147613" y="1271726"/>
                    <a:pt x="208291" y="1296420"/>
                    <a:pt x="237924" y="1283015"/>
                  </a:cubicBezTo>
                  <a:cubicBezTo>
                    <a:pt x="267557" y="1269610"/>
                    <a:pt x="277435" y="1294304"/>
                    <a:pt x="297191" y="1164482"/>
                  </a:cubicBezTo>
                  <a:cubicBezTo>
                    <a:pt x="316947" y="1034660"/>
                    <a:pt x="345875" y="628260"/>
                    <a:pt x="356458" y="504082"/>
                  </a:cubicBezTo>
                  <a:cubicBezTo>
                    <a:pt x="367041" y="379904"/>
                    <a:pt x="345874" y="447637"/>
                    <a:pt x="360691" y="419415"/>
                  </a:cubicBezTo>
                  <a:cubicBezTo>
                    <a:pt x="375508" y="391193"/>
                    <a:pt x="423486" y="365793"/>
                    <a:pt x="445358" y="334749"/>
                  </a:cubicBezTo>
                  <a:cubicBezTo>
                    <a:pt x="467230" y="303705"/>
                    <a:pt x="486985" y="266310"/>
                    <a:pt x="491924" y="233149"/>
                  </a:cubicBezTo>
                  <a:cubicBezTo>
                    <a:pt x="496863" y="199988"/>
                    <a:pt x="489102" y="159065"/>
                    <a:pt x="474991" y="135782"/>
                  </a:cubicBezTo>
                  <a:cubicBezTo>
                    <a:pt x="460880" y="112499"/>
                    <a:pt x="429836" y="98388"/>
                    <a:pt x="407258" y="93449"/>
                  </a:cubicBezTo>
                  <a:cubicBezTo>
                    <a:pt x="384680" y="88510"/>
                    <a:pt x="355752" y="118849"/>
                    <a:pt x="339524" y="106149"/>
                  </a:cubicBezTo>
                  <a:cubicBezTo>
                    <a:pt x="323296" y="93449"/>
                    <a:pt x="285197" y="37710"/>
                    <a:pt x="305658" y="21482"/>
                  </a:cubicBezTo>
                  <a:close/>
                </a:path>
              </a:pathLst>
            </a:cu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08" name="Freeform 1207">
              <a:extLst>
                <a:ext uri="{FF2B5EF4-FFF2-40B4-BE49-F238E27FC236}">
                  <a16:creationId xmlns:a16="http://schemas.microsoft.com/office/drawing/2014/main" id="{A49A8476-7569-67DD-0E73-5573281486F8}"/>
                </a:ext>
              </a:extLst>
            </p:cNvPr>
            <p:cNvSpPr/>
            <p:nvPr/>
          </p:nvSpPr>
          <p:spPr>
            <a:xfrm>
              <a:off x="10028767" y="4891682"/>
              <a:ext cx="311249" cy="934503"/>
            </a:xfrm>
            <a:custGeom>
              <a:avLst/>
              <a:gdLst>
                <a:gd name="connsiteX0" fmla="*/ 33866 w 311249"/>
                <a:gd name="connsiteY0" fmla="*/ 6285 h 934503"/>
                <a:gd name="connsiteX1" fmla="*/ 63500 w 311249"/>
                <a:gd name="connsiteY1" fmla="*/ 65551 h 934503"/>
                <a:gd name="connsiteX2" fmla="*/ 143933 w 311249"/>
                <a:gd name="connsiteY2" fmla="*/ 90951 h 934503"/>
                <a:gd name="connsiteX3" fmla="*/ 203200 w 311249"/>
                <a:gd name="connsiteY3" fmla="*/ 65551 h 934503"/>
                <a:gd name="connsiteX4" fmla="*/ 241300 w 311249"/>
                <a:gd name="connsiteY4" fmla="*/ 2051 h 934503"/>
                <a:gd name="connsiteX5" fmla="*/ 270933 w 311249"/>
                <a:gd name="connsiteY5" fmla="*/ 150218 h 934503"/>
                <a:gd name="connsiteX6" fmla="*/ 309033 w 311249"/>
                <a:gd name="connsiteY6" fmla="*/ 251818 h 934503"/>
                <a:gd name="connsiteX7" fmla="*/ 300566 w 311249"/>
                <a:gd name="connsiteY7" fmla="*/ 450785 h 934503"/>
                <a:gd name="connsiteX8" fmla="*/ 249766 w 311249"/>
                <a:gd name="connsiteY8" fmla="*/ 641285 h 934503"/>
                <a:gd name="connsiteX9" fmla="*/ 122766 w 311249"/>
                <a:gd name="connsiteY9" fmla="*/ 907985 h 934503"/>
                <a:gd name="connsiteX10" fmla="*/ 0 w 311249"/>
                <a:gd name="connsiteY10" fmla="*/ 924918 h 934503"/>
                <a:gd name="connsiteX11" fmla="*/ 0 w 311249"/>
                <a:gd name="connsiteY11" fmla="*/ 924918 h 934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1249" h="934503">
                  <a:moveTo>
                    <a:pt x="33866" y="6285"/>
                  </a:moveTo>
                  <a:cubicBezTo>
                    <a:pt x="39511" y="28862"/>
                    <a:pt x="45156" y="51440"/>
                    <a:pt x="63500" y="65551"/>
                  </a:cubicBezTo>
                  <a:cubicBezTo>
                    <a:pt x="81844" y="79662"/>
                    <a:pt x="120650" y="90951"/>
                    <a:pt x="143933" y="90951"/>
                  </a:cubicBezTo>
                  <a:cubicBezTo>
                    <a:pt x="167216" y="90951"/>
                    <a:pt x="186972" y="80368"/>
                    <a:pt x="203200" y="65551"/>
                  </a:cubicBezTo>
                  <a:cubicBezTo>
                    <a:pt x="219428" y="50734"/>
                    <a:pt x="230011" y="-12060"/>
                    <a:pt x="241300" y="2051"/>
                  </a:cubicBezTo>
                  <a:cubicBezTo>
                    <a:pt x="252589" y="16162"/>
                    <a:pt x="259644" y="108590"/>
                    <a:pt x="270933" y="150218"/>
                  </a:cubicBezTo>
                  <a:cubicBezTo>
                    <a:pt x="282222" y="191846"/>
                    <a:pt x="304094" y="201724"/>
                    <a:pt x="309033" y="251818"/>
                  </a:cubicBezTo>
                  <a:cubicBezTo>
                    <a:pt x="313972" y="301912"/>
                    <a:pt x="310444" y="385874"/>
                    <a:pt x="300566" y="450785"/>
                  </a:cubicBezTo>
                  <a:cubicBezTo>
                    <a:pt x="290688" y="515696"/>
                    <a:pt x="279399" y="565085"/>
                    <a:pt x="249766" y="641285"/>
                  </a:cubicBezTo>
                  <a:cubicBezTo>
                    <a:pt x="220133" y="717485"/>
                    <a:pt x="164394" y="860713"/>
                    <a:pt x="122766" y="907985"/>
                  </a:cubicBezTo>
                  <a:cubicBezTo>
                    <a:pt x="81138" y="955257"/>
                    <a:pt x="0" y="924918"/>
                    <a:pt x="0" y="924918"/>
                  </a:cubicBezTo>
                  <a:lnTo>
                    <a:pt x="0" y="924918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09" name="Freeform 1208">
              <a:extLst>
                <a:ext uri="{FF2B5EF4-FFF2-40B4-BE49-F238E27FC236}">
                  <a16:creationId xmlns:a16="http://schemas.microsoft.com/office/drawing/2014/main" id="{11D45370-134C-7E9A-B910-A5179946FE08}"/>
                </a:ext>
              </a:extLst>
            </p:cNvPr>
            <p:cNvSpPr/>
            <p:nvPr/>
          </p:nvSpPr>
          <p:spPr>
            <a:xfrm>
              <a:off x="9842500" y="5617113"/>
              <a:ext cx="351527" cy="233354"/>
            </a:xfrm>
            <a:custGeom>
              <a:avLst/>
              <a:gdLst>
                <a:gd name="connsiteX0" fmla="*/ 143933 w 351527"/>
                <a:gd name="connsiteY0" fmla="*/ 4754 h 233354"/>
                <a:gd name="connsiteX1" fmla="*/ 182033 w 351527"/>
                <a:gd name="connsiteY1" fmla="*/ 72487 h 233354"/>
                <a:gd name="connsiteX2" fmla="*/ 292100 w 351527"/>
                <a:gd name="connsiteY2" fmla="*/ 59787 h 233354"/>
                <a:gd name="connsiteX3" fmla="*/ 351367 w 351527"/>
                <a:gd name="connsiteY3" fmla="*/ 520 h 233354"/>
                <a:gd name="connsiteX4" fmla="*/ 304800 w 351527"/>
                <a:gd name="connsiteY4" fmla="*/ 97887 h 233354"/>
                <a:gd name="connsiteX5" fmla="*/ 173567 w 351527"/>
                <a:gd name="connsiteY5" fmla="*/ 123287 h 233354"/>
                <a:gd name="connsiteX6" fmla="*/ 122767 w 351527"/>
                <a:gd name="connsiteY6" fmla="*/ 102120 h 233354"/>
                <a:gd name="connsiteX7" fmla="*/ 97367 w 351527"/>
                <a:gd name="connsiteY7" fmla="*/ 135987 h 233354"/>
                <a:gd name="connsiteX8" fmla="*/ 169333 w 351527"/>
                <a:gd name="connsiteY8" fmla="*/ 220654 h 233354"/>
                <a:gd name="connsiteX9" fmla="*/ 76200 w 351527"/>
                <a:gd name="connsiteY9" fmla="*/ 174087 h 233354"/>
                <a:gd name="connsiteX10" fmla="*/ 0 w 351527"/>
                <a:gd name="connsiteY10" fmla="*/ 233354 h 233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51527" h="233354">
                  <a:moveTo>
                    <a:pt x="143933" y="4754"/>
                  </a:moveTo>
                  <a:cubicBezTo>
                    <a:pt x="150636" y="34034"/>
                    <a:pt x="157339" y="63315"/>
                    <a:pt x="182033" y="72487"/>
                  </a:cubicBezTo>
                  <a:cubicBezTo>
                    <a:pt x="206728" y="81659"/>
                    <a:pt x="263878" y="71782"/>
                    <a:pt x="292100" y="59787"/>
                  </a:cubicBezTo>
                  <a:cubicBezTo>
                    <a:pt x="320322" y="47793"/>
                    <a:pt x="349250" y="-5830"/>
                    <a:pt x="351367" y="520"/>
                  </a:cubicBezTo>
                  <a:cubicBezTo>
                    <a:pt x="353484" y="6870"/>
                    <a:pt x="334433" y="77426"/>
                    <a:pt x="304800" y="97887"/>
                  </a:cubicBezTo>
                  <a:cubicBezTo>
                    <a:pt x="275167" y="118348"/>
                    <a:pt x="203906" y="122582"/>
                    <a:pt x="173567" y="123287"/>
                  </a:cubicBezTo>
                  <a:cubicBezTo>
                    <a:pt x="143228" y="123992"/>
                    <a:pt x="135467" y="100003"/>
                    <a:pt x="122767" y="102120"/>
                  </a:cubicBezTo>
                  <a:cubicBezTo>
                    <a:pt x="110067" y="104237"/>
                    <a:pt x="89606" y="116231"/>
                    <a:pt x="97367" y="135987"/>
                  </a:cubicBezTo>
                  <a:cubicBezTo>
                    <a:pt x="105128" y="155743"/>
                    <a:pt x="172861" y="214304"/>
                    <a:pt x="169333" y="220654"/>
                  </a:cubicBezTo>
                  <a:cubicBezTo>
                    <a:pt x="165805" y="227004"/>
                    <a:pt x="104422" y="171970"/>
                    <a:pt x="76200" y="174087"/>
                  </a:cubicBezTo>
                  <a:cubicBezTo>
                    <a:pt x="47978" y="176204"/>
                    <a:pt x="23989" y="204779"/>
                    <a:pt x="0" y="233354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10" name="Freeform 1209">
              <a:extLst>
                <a:ext uri="{FF2B5EF4-FFF2-40B4-BE49-F238E27FC236}">
                  <a16:creationId xmlns:a16="http://schemas.microsoft.com/office/drawing/2014/main" id="{213343CB-1948-C297-C5F6-12A5A0A22CF2}"/>
                </a:ext>
              </a:extLst>
            </p:cNvPr>
            <p:cNvSpPr/>
            <p:nvPr/>
          </p:nvSpPr>
          <p:spPr>
            <a:xfrm>
              <a:off x="9414933" y="5761567"/>
              <a:ext cx="177800" cy="211666"/>
            </a:xfrm>
            <a:custGeom>
              <a:avLst/>
              <a:gdLst>
                <a:gd name="connsiteX0" fmla="*/ 177800 w 177800"/>
                <a:gd name="connsiteY0" fmla="*/ 0 h 211666"/>
                <a:gd name="connsiteX1" fmla="*/ 0 w 177800"/>
                <a:gd name="connsiteY1" fmla="*/ 211666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7800" h="211666">
                  <a:moveTo>
                    <a:pt x="177800" y="0"/>
                  </a:moveTo>
                  <a:lnTo>
                    <a:pt x="0" y="211666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11" name="Freeform 1210">
              <a:extLst>
                <a:ext uri="{FF2B5EF4-FFF2-40B4-BE49-F238E27FC236}">
                  <a16:creationId xmlns:a16="http://schemas.microsoft.com/office/drawing/2014/main" id="{11A8E169-25EA-070D-0C93-0CDA854F4E20}"/>
                </a:ext>
              </a:extLst>
            </p:cNvPr>
            <p:cNvSpPr/>
            <p:nvPr/>
          </p:nvSpPr>
          <p:spPr>
            <a:xfrm>
              <a:off x="9338733" y="5753100"/>
              <a:ext cx="258234" cy="169333"/>
            </a:xfrm>
            <a:custGeom>
              <a:avLst/>
              <a:gdLst>
                <a:gd name="connsiteX0" fmla="*/ 0 w 258234"/>
                <a:gd name="connsiteY0" fmla="*/ 169333 h 169333"/>
                <a:gd name="connsiteX1" fmla="*/ 258234 w 258234"/>
                <a:gd name="connsiteY1" fmla="*/ 0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234" h="169333">
                  <a:moveTo>
                    <a:pt x="0" y="169333"/>
                  </a:moveTo>
                  <a:lnTo>
                    <a:pt x="258234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12" name="Freeform 1211">
              <a:extLst>
                <a:ext uri="{FF2B5EF4-FFF2-40B4-BE49-F238E27FC236}">
                  <a16:creationId xmlns:a16="http://schemas.microsoft.com/office/drawing/2014/main" id="{4625128E-4771-DE27-5B27-88EA9AC15D02}"/>
                </a:ext>
              </a:extLst>
            </p:cNvPr>
            <p:cNvSpPr/>
            <p:nvPr/>
          </p:nvSpPr>
          <p:spPr>
            <a:xfrm>
              <a:off x="8890000" y="4308014"/>
              <a:ext cx="673100" cy="77719"/>
            </a:xfrm>
            <a:custGeom>
              <a:avLst/>
              <a:gdLst>
                <a:gd name="connsiteX0" fmla="*/ 673100 w 673100"/>
                <a:gd name="connsiteY0" fmla="*/ 77719 h 77719"/>
                <a:gd name="connsiteX1" fmla="*/ 330200 w 673100"/>
                <a:gd name="connsiteY1" fmla="*/ 22686 h 77719"/>
                <a:gd name="connsiteX2" fmla="*/ 67733 w 673100"/>
                <a:gd name="connsiteY2" fmla="*/ 1519 h 77719"/>
                <a:gd name="connsiteX3" fmla="*/ 0 w 673100"/>
                <a:gd name="connsiteY3" fmla="*/ 60786 h 77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3100" h="77719">
                  <a:moveTo>
                    <a:pt x="673100" y="77719"/>
                  </a:moveTo>
                  <a:cubicBezTo>
                    <a:pt x="552097" y="56552"/>
                    <a:pt x="431095" y="35386"/>
                    <a:pt x="330200" y="22686"/>
                  </a:cubicBezTo>
                  <a:cubicBezTo>
                    <a:pt x="229305" y="9986"/>
                    <a:pt x="122766" y="-4831"/>
                    <a:pt x="67733" y="1519"/>
                  </a:cubicBezTo>
                  <a:cubicBezTo>
                    <a:pt x="12700" y="7869"/>
                    <a:pt x="6350" y="34327"/>
                    <a:pt x="0" y="60786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13" name="Freeform 1212">
              <a:extLst>
                <a:ext uri="{FF2B5EF4-FFF2-40B4-BE49-F238E27FC236}">
                  <a16:creationId xmlns:a16="http://schemas.microsoft.com/office/drawing/2014/main" id="{B709509C-1D0C-92ED-FEFF-B8D82AF3D682}"/>
                </a:ext>
              </a:extLst>
            </p:cNvPr>
            <p:cNvSpPr/>
            <p:nvPr/>
          </p:nvSpPr>
          <p:spPr>
            <a:xfrm>
              <a:off x="9211733" y="4452271"/>
              <a:ext cx="317500" cy="339862"/>
            </a:xfrm>
            <a:custGeom>
              <a:avLst/>
              <a:gdLst>
                <a:gd name="connsiteX0" fmla="*/ 317500 w 317500"/>
                <a:gd name="connsiteY0" fmla="*/ 5429 h 339862"/>
                <a:gd name="connsiteX1" fmla="*/ 186267 w 317500"/>
                <a:gd name="connsiteY1" fmla="*/ 9662 h 339862"/>
                <a:gd name="connsiteX2" fmla="*/ 76200 w 317500"/>
                <a:gd name="connsiteY2" fmla="*/ 94329 h 339862"/>
                <a:gd name="connsiteX3" fmla="*/ 0 w 317500"/>
                <a:gd name="connsiteY3" fmla="*/ 339862 h 339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0" h="339862">
                  <a:moveTo>
                    <a:pt x="317500" y="5429"/>
                  </a:moveTo>
                  <a:cubicBezTo>
                    <a:pt x="271992" y="137"/>
                    <a:pt x="226484" y="-5155"/>
                    <a:pt x="186267" y="9662"/>
                  </a:cubicBezTo>
                  <a:cubicBezTo>
                    <a:pt x="146050" y="24479"/>
                    <a:pt x="107244" y="39296"/>
                    <a:pt x="76200" y="94329"/>
                  </a:cubicBezTo>
                  <a:cubicBezTo>
                    <a:pt x="45156" y="149362"/>
                    <a:pt x="22578" y="244612"/>
                    <a:pt x="0" y="339862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14" name="Freeform 1213">
              <a:extLst>
                <a:ext uri="{FF2B5EF4-FFF2-40B4-BE49-F238E27FC236}">
                  <a16:creationId xmlns:a16="http://schemas.microsoft.com/office/drawing/2014/main" id="{93F43B7C-7EBE-6101-76E3-A705663463FB}"/>
                </a:ext>
              </a:extLst>
            </p:cNvPr>
            <p:cNvSpPr/>
            <p:nvPr/>
          </p:nvSpPr>
          <p:spPr>
            <a:xfrm>
              <a:off x="9181835" y="4378625"/>
              <a:ext cx="368565" cy="189170"/>
            </a:xfrm>
            <a:custGeom>
              <a:avLst/>
              <a:gdLst>
                <a:gd name="connsiteX0" fmla="*/ 368565 w 368565"/>
                <a:gd name="connsiteY0" fmla="*/ 11342 h 189170"/>
                <a:gd name="connsiteX1" fmla="*/ 241565 w 368565"/>
                <a:gd name="connsiteY1" fmla="*/ 32508 h 189170"/>
                <a:gd name="connsiteX2" fmla="*/ 144198 w 368565"/>
                <a:gd name="connsiteY2" fmla="*/ 2875 h 189170"/>
                <a:gd name="connsiteX3" fmla="*/ 8732 w 368565"/>
                <a:gd name="connsiteY3" fmla="*/ 117175 h 189170"/>
                <a:gd name="connsiteX4" fmla="*/ 12965 w 368565"/>
                <a:gd name="connsiteY4" fmla="*/ 184908 h 189170"/>
                <a:gd name="connsiteX5" fmla="*/ 8732 w 368565"/>
                <a:gd name="connsiteY5" fmla="*/ 176442 h 189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68565" h="189170">
                  <a:moveTo>
                    <a:pt x="368565" y="11342"/>
                  </a:moveTo>
                  <a:cubicBezTo>
                    <a:pt x="323762" y="22630"/>
                    <a:pt x="278959" y="33919"/>
                    <a:pt x="241565" y="32508"/>
                  </a:cubicBezTo>
                  <a:cubicBezTo>
                    <a:pt x="204170" y="31097"/>
                    <a:pt x="183003" y="-11236"/>
                    <a:pt x="144198" y="2875"/>
                  </a:cubicBezTo>
                  <a:cubicBezTo>
                    <a:pt x="105393" y="16986"/>
                    <a:pt x="30604" y="86836"/>
                    <a:pt x="8732" y="117175"/>
                  </a:cubicBezTo>
                  <a:cubicBezTo>
                    <a:pt x="-13140" y="147514"/>
                    <a:pt x="12965" y="184908"/>
                    <a:pt x="12965" y="184908"/>
                  </a:cubicBezTo>
                  <a:cubicBezTo>
                    <a:pt x="12965" y="194786"/>
                    <a:pt x="10848" y="185614"/>
                    <a:pt x="8732" y="176442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15" name="Freeform 1214">
              <a:extLst>
                <a:ext uri="{FF2B5EF4-FFF2-40B4-BE49-F238E27FC236}">
                  <a16:creationId xmlns:a16="http://schemas.microsoft.com/office/drawing/2014/main" id="{763E0877-C847-703E-C550-3577B64D37A6}"/>
                </a:ext>
              </a:extLst>
            </p:cNvPr>
            <p:cNvSpPr/>
            <p:nvPr/>
          </p:nvSpPr>
          <p:spPr>
            <a:xfrm>
              <a:off x="8961967" y="4347633"/>
              <a:ext cx="448733" cy="84667"/>
            </a:xfrm>
            <a:custGeom>
              <a:avLst/>
              <a:gdLst>
                <a:gd name="connsiteX0" fmla="*/ 0 w 448733"/>
                <a:gd name="connsiteY0" fmla="*/ 84667 h 84667"/>
                <a:gd name="connsiteX1" fmla="*/ 55033 w 448733"/>
                <a:gd name="connsiteY1" fmla="*/ 38100 h 84667"/>
                <a:gd name="connsiteX2" fmla="*/ 232833 w 448733"/>
                <a:gd name="connsiteY2" fmla="*/ 0 h 84667"/>
                <a:gd name="connsiteX3" fmla="*/ 351366 w 448733"/>
                <a:gd name="connsiteY3" fmla="*/ 38100 h 84667"/>
                <a:gd name="connsiteX4" fmla="*/ 448733 w 448733"/>
                <a:gd name="connsiteY4" fmla="*/ 16934 h 84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8733" h="84667">
                  <a:moveTo>
                    <a:pt x="0" y="84667"/>
                  </a:moveTo>
                  <a:cubicBezTo>
                    <a:pt x="8114" y="68439"/>
                    <a:pt x="16228" y="52211"/>
                    <a:pt x="55033" y="38100"/>
                  </a:cubicBezTo>
                  <a:cubicBezTo>
                    <a:pt x="93838" y="23989"/>
                    <a:pt x="183444" y="0"/>
                    <a:pt x="232833" y="0"/>
                  </a:cubicBezTo>
                  <a:cubicBezTo>
                    <a:pt x="282222" y="0"/>
                    <a:pt x="315383" y="35278"/>
                    <a:pt x="351366" y="38100"/>
                  </a:cubicBezTo>
                  <a:cubicBezTo>
                    <a:pt x="387349" y="40922"/>
                    <a:pt x="418041" y="28928"/>
                    <a:pt x="448733" y="16934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20" name="Freeform 1219">
              <a:extLst>
                <a:ext uri="{FF2B5EF4-FFF2-40B4-BE49-F238E27FC236}">
                  <a16:creationId xmlns:a16="http://schemas.microsoft.com/office/drawing/2014/main" id="{B795BA0E-F565-8502-952F-7490A21A714B}"/>
                </a:ext>
              </a:extLst>
            </p:cNvPr>
            <p:cNvSpPr/>
            <p:nvPr/>
          </p:nvSpPr>
          <p:spPr>
            <a:xfrm>
              <a:off x="9341815" y="4500033"/>
              <a:ext cx="43485" cy="220678"/>
            </a:xfrm>
            <a:custGeom>
              <a:avLst/>
              <a:gdLst>
                <a:gd name="connsiteX0" fmla="*/ 1152 w 43485"/>
                <a:gd name="connsiteY0" fmla="*/ 0 h 220678"/>
                <a:gd name="connsiteX1" fmla="*/ 5385 w 43485"/>
                <a:gd name="connsiteY1" fmla="*/ 190500 h 220678"/>
                <a:gd name="connsiteX2" fmla="*/ 43485 w 43485"/>
                <a:gd name="connsiteY2" fmla="*/ 220134 h 220678"/>
                <a:gd name="connsiteX3" fmla="*/ 43485 w 43485"/>
                <a:gd name="connsiteY3" fmla="*/ 220134 h 220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485" h="220678">
                  <a:moveTo>
                    <a:pt x="1152" y="0"/>
                  </a:moveTo>
                  <a:cubicBezTo>
                    <a:pt x="-260" y="76905"/>
                    <a:pt x="-1671" y="153811"/>
                    <a:pt x="5385" y="190500"/>
                  </a:cubicBezTo>
                  <a:cubicBezTo>
                    <a:pt x="12441" y="227189"/>
                    <a:pt x="43485" y="220134"/>
                    <a:pt x="43485" y="220134"/>
                  </a:cubicBezTo>
                  <a:lnTo>
                    <a:pt x="43485" y="220134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21" name="Freeform 1220">
              <a:extLst>
                <a:ext uri="{FF2B5EF4-FFF2-40B4-BE49-F238E27FC236}">
                  <a16:creationId xmlns:a16="http://schemas.microsoft.com/office/drawing/2014/main" id="{7B93BE54-7E8B-138F-A261-913B055505DC}"/>
                </a:ext>
              </a:extLst>
            </p:cNvPr>
            <p:cNvSpPr/>
            <p:nvPr/>
          </p:nvSpPr>
          <p:spPr>
            <a:xfrm>
              <a:off x="9041752" y="4351867"/>
              <a:ext cx="165748" cy="169333"/>
            </a:xfrm>
            <a:custGeom>
              <a:avLst/>
              <a:gdLst>
                <a:gd name="connsiteX0" fmla="*/ 165748 w 165748"/>
                <a:gd name="connsiteY0" fmla="*/ 0 h 169333"/>
                <a:gd name="connsiteX1" fmla="*/ 13348 w 165748"/>
                <a:gd name="connsiteY1" fmla="*/ 122766 h 169333"/>
                <a:gd name="connsiteX2" fmla="*/ 17581 w 165748"/>
                <a:gd name="connsiteY2" fmla="*/ 169333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5748" h="169333">
                  <a:moveTo>
                    <a:pt x="165748" y="0"/>
                  </a:moveTo>
                  <a:cubicBezTo>
                    <a:pt x="101895" y="47272"/>
                    <a:pt x="38042" y="94544"/>
                    <a:pt x="13348" y="122766"/>
                  </a:cubicBezTo>
                  <a:cubicBezTo>
                    <a:pt x="-11347" y="150988"/>
                    <a:pt x="3117" y="160160"/>
                    <a:pt x="17581" y="169333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22" name="Freeform 1221">
              <a:extLst>
                <a:ext uri="{FF2B5EF4-FFF2-40B4-BE49-F238E27FC236}">
                  <a16:creationId xmlns:a16="http://schemas.microsoft.com/office/drawing/2014/main" id="{CB305AE5-0398-81D7-C5FF-FBACAFFA1CBC}"/>
                </a:ext>
              </a:extLst>
            </p:cNvPr>
            <p:cNvSpPr/>
            <p:nvPr/>
          </p:nvSpPr>
          <p:spPr>
            <a:xfrm>
              <a:off x="9122833" y="4406741"/>
              <a:ext cx="279400" cy="338826"/>
            </a:xfrm>
            <a:custGeom>
              <a:avLst/>
              <a:gdLst>
                <a:gd name="connsiteX0" fmla="*/ 279400 w 279400"/>
                <a:gd name="connsiteY0" fmla="*/ 4392 h 338826"/>
                <a:gd name="connsiteX1" fmla="*/ 177800 w 279400"/>
                <a:gd name="connsiteY1" fmla="*/ 46726 h 338826"/>
                <a:gd name="connsiteX2" fmla="*/ 0 w 279400"/>
                <a:gd name="connsiteY2" fmla="*/ 338826 h 338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9400" h="338826">
                  <a:moveTo>
                    <a:pt x="279400" y="4392"/>
                  </a:moveTo>
                  <a:cubicBezTo>
                    <a:pt x="251883" y="-2311"/>
                    <a:pt x="224367" y="-9013"/>
                    <a:pt x="177800" y="46726"/>
                  </a:cubicBezTo>
                  <a:cubicBezTo>
                    <a:pt x="131233" y="102465"/>
                    <a:pt x="65616" y="220645"/>
                    <a:pt x="0" y="338826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23" name="Freeform 1222">
              <a:extLst>
                <a:ext uri="{FF2B5EF4-FFF2-40B4-BE49-F238E27FC236}">
                  <a16:creationId xmlns:a16="http://schemas.microsoft.com/office/drawing/2014/main" id="{C555BB0D-1AD3-B0F4-FC01-CA9352EB35F6}"/>
                </a:ext>
              </a:extLst>
            </p:cNvPr>
            <p:cNvSpPr/>
            <p:nvPr/>
          </p:nvSpPr>
          <p:spPr>
            <a:xfrm>
              <a:off x="9279467" y="4559300"/>
              <a:ext cx="4233" cy="224367"/>
            </a:xfrm>
            <a:custGeom>
              <a:avLst/>
              <a:gdLst>
                <a:gd name="connsiteX0" fmla="*/ 0 w 4233"/>
                <a:gd name="connsiteY0" fmla="*/ 0 h 224367"/>
                <a:gd name="connsiteX1" fmla="*/ 4233 w 4233"/>
                <a:gd name="connsiteY1" fmla="*/ 224367 h 224367"/>
                <a:gd name="connsiteX2" fmla="*/ 4233 w 4233"/>
                <a:gd name="connsiteY2" fmla="*/ 224367 h 224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33" h="224367">
                  <a:moveTo>
                    <a:pt x="0" y="0"/>
                  </a:moveTo>
                  <a:lnTo>
                    <a:pt x="4233" y="224367"/>
                  </a:lnTo>
                  <a:lnTo>
                    <a:pt x="4233" y="224367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24" name="Freeform 1223">
              <a:extLst>
                <a:ext uri="{FF2B5EF4-FFF2-40B4-BE49-F238E27FC236}">
                  <a16:creationId xmlns:a16="http://schemas.microsoft.com/office/drawing/2014/main" id="{14BA7D71-60F8-32D2-935A-6A8ABB2F1AA5}"/>
                </a:ext>
              </a:extLst>
            </p:cNvPr>
            <p:cNvSpPr/>
            <p:nvPr/>
          </p:nvSpPr>
          <p:spPr>
            <a:xfrm>
              <a:off x="9398000" y="4419600"/>
              <a:ext cx="21167" cy="198967"/>
            </a:xfrm>
            <a:custGeom>
              <a:avLst/>
              <a:gdLst>
                <a:gd name="connsiteX0" fmla="*/ 0 w 21167"/>
                <a:gd name="connsiteY0" fmla="*/ 0 h 198967"/>
                <a:gd name="connsiteX1" fmla="*/ 21167 w 21167"/>
                <a:gd name="connsiteY1" fmla="*/ 198967 h 198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1167" h="198967">
                  <a:moveTo>
                    <a:pt x="0" y="0"/>
                  </a:moveTo>
                  <a:lnTo>
                    <a:pt x="21167" y="198967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25" name="Freeform 1224">
              <a:extLst>
                <a:ext uri="{FF2B5EF4-FFF2-40B4-BE49-F238E27FC236}">
                  <a16:creationId xmlns:a16="http://schemas.microsoft.com/office/drawing/2014/main" id="{B9F0312D-147B-2458-BA4C-ABE7E71E2D38}"/>
                </a:ext>
              </a:extLst>
            </p:cNvPr>
            <p:cNvSpPr/>
            <p:nvPr/>
          </p:nvSpPr>
          <p:spPr>
            <a:xfrm>
              <a:off x="9241367" y="4343400"/>
              <a:ext cx="308469" cy="76567"/>
            </a:xfrm>
            <a:custGeom>
              <a:avLst/>
              <a:gdLst>
                <a:gd name="connsiteX0" fmla="*/ 0 w 308469"/>
                <a:gd name="connsiteY0" fmla="*/ 0 h 76567"/>
                <a:gd name="connsiteX1" fmla="*/ 50800 w 308469"/>
                <a:gd name="connsiteY1" fmla="*/ 8467 h 76567"/>
                <a:gd name="connsiteX2" fmla="*/ 84666 w 308469"/>
                <a:gd name="connsiteY2" fmla="*/ 21167 h 76567"/>
                <a:gd name="connsiteX3" fmla="*/ 287866 w 308469"/>
                <a:gd name="connsiteY3" fmla="*/ 50800 h 76567"/>
                <a:gd name="connsiteX4" fmla="*/ 296333 w 308469"/>
                <a:gd name="connsiteY4" fmla="*/ 76200 h 76567"/>
                <a:gd name="connsiteX5" fmla="*/ 241300 w 308469"/>
                <a:gd name="connsiteY5" fmla="*/ 63500 h 76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8469" h="76567">
                  <a:moveTo>
                    <a:pt x="0" y="0"/>
                  </a:moveTo>
                  <a:cubicBezTo>
                    <a:pt x="18344" y="2469"/>
                    <a:pt x="36689" y="4939"/>
                    <a:pt x="50800" y="8467"/>
                  </a:cubicBezTo>
                  <a:cubicBezTo>
                    <a:pt x="64911" y="11995"/>
                    <a:pt x="45155" y="14112"/>
                    <a:pt x="84666" y="21167"/>
                  </a:cubicBezTo>
                  <a:cubicBezTo>
                    <a:pt x="124177" y="28222"/>
                    <a:pt x="252588" y="41628"/>
                    <a:pt x="287866" y="50800"/>
                  </a:cubicBezTo>
                  <a:cubicBezTo>
                    <a:pt x="323144" y="59972"/>
                    <a:pt x="304094" y="74083"/>
                    <a:pt x="296333" y="76200"/>
                  </a:cubicBezTo>
                  <a:cubicBezTo>
                    <a:pt x="288572" y="78317"/>
                    <a:pt x="264936" y="70908"/>
                    <a:pt x="241300" y="6350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1226" name="Straight Connector 1225">
              <a:extLst>
                <a:ext uri="{FF2B5EF4-FFF2-40B4-BE49-F238E27FC236}">
                  <a16:creationId xmlns:a16="http://schemas.microsoft.com/office/drawing/2014/main" id="{C55E65A7-343A-55D5-6CF1-C36D536F487E}"/>
                </a:ext>
              </a:extLst>
            </p:cNvPr>
            <p:cNvCxnSpPr>
              <a:cxnSpLocks/>
            </p:cNvCxnSpPr>
            <p:nvPr/>
          </p:nvCxnSpPr>
          <p:spPr>
            <a:xfrm>
              <a:off x="9583409" y="4406741"/>
              <a:ext cx="243416" cy="11445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7" name="Straight Connector 1226">
              <a:extLst>
                <a:ext uri="{FF2B5EF4-FFF2-40B4-BE49-F238E27FC236}">
                  <a16:creationId xmlns:a16="http://schemas.microsoft.com/office/drawing/2014/main" id="{3B260662-10AC-DB69-27BA-AE6DD826CCB6}"/>
                </a:ext>
              </a:extLst>
            </p:cNvPr>
            <p:cNvCxnSpPr>
              <a:cxnSpLocks/>
            </p:cNvCxnSpPr>
            <p:nvPr/>
          </p:nvCxnSpPr>
          <p:spPr>
            <a:xfrm>
              <a:off x="9530493" y="4483021"/>
              <a:ext cx="227340" cy="13437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8" name="Straight Connector 1227">
              <a:extLst>
                <a:ext uri="{FF2B5EF4-FFF2-40B4-BE49-F238E27FC236}">
                  <a16:creationId xmlns:a16="http://schemas.microsoft.com/office/drawing/2014/main" id="{2F20BF4D-BA18-247F-2E1A-261B28C49A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71674" y="4527625"/>
              <a:ext cx="65106" cy="8274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30" name="Oval 1229">
              <a:extLst>
                <a:ext uri="{FF2B5EF4-FFF2-40B4-BE49-F238E27FC236}">
                  <a16:creationId xmlns:a16="http://schemas.microsoft.com/office/drawing/2014/main" id="{2A40DF76-1587-9603-72BA-AD7FF635C2F4}"/>
                </a:ext>
              </a:extLst>
            </p:cNvPr>
            <p:cNvSpPr/>
            <p:nvPr/>
          </p:nvSpPr>
          <p:spPr>
            <a:xfrm>
              <a:off x="9638068" y="4336435"/>
              <a:ext cx="77458" cy="67733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</p:grpSp>
      <p:grpSp>
        <p:nvGrpSpPr>
          <p:cNvPr id="1232" name="Group 1231">
            <a:extLst>
              <a:ext uri="{FF2B5EF4-FFF2-40B4-BE49-F238E27FC236}">
                <a16:creationId xmlns:a16="http://schemas.microsoft.com/office/drawing/2014/main" id="{294FDD7A-91F8-BCBD-FEFA-B1A2F664A824}"/>
              </a:ext>
            </a:extLst>
          </p:cNvPr>
          <p:cNvGrpSpPr/>
          <p:nvPr/>
        </p:nvGrpSpPr>
        <p:grpSpPr>
          <a:xfrm>
            <a:off x="1479355" y="2887270"/>
            <a:ext cx="714143" cy="804641"/>
            <a:chOff x="4741291" y="2280666"/>
            <a:chExt cx="714143" cy="804641"/>
          </a:xfrm>
        </p:grpSpPr>
        <p:sp>
          <p:nvSpPr>
            <p:cNvPr id="1233" name="Freeform 1232">
              <a:extLst>
                <a:ext uri="{FF2B5EF4-FFF2-40B4-BE49-F238E27FC236}">
                  <a16:creationId xmlns:a16="http://schemas.microsoft.com/office/drawing/2014/main" id="{4A696277-D344-B2CC-F510-D8BA410B0C02}"/>
                </a:ext>
              </a:extLst>
            </p:cNvPr>
            <p:cNvSpPr/>
            <p:nvPr/>
          </p:nvSpPr>
          <p:spPr>
            <a:xfrm flipH="1">
              <a:off x="4741291" y="2280666"/>
              <a:ext cx="515536" cy="780736"/>
            </a:xfrm>
            <a:custGeom>
              <a:avLst/>
              <a:gdLst>
                <a:gd name="connsiteX0" fmla="*/ 269675 w 1080158"/>
                <a:gd name="connsiteY0" fmla="*/ 98395 h 1635809"/>
                <a:gd name="connsiteX1" fmla="*/ 337408 w 1080158"/>
                <a:gd name="connsiteY1" fmla="*/ 22195 h 1635809"/>
                <a:gd name="connsiteX2" fmla="*/ 519442 w 1080158"/>
                <a:gd name="connsiteY2" fmla="*/ 1029 h 1635809"/>
                <a:gd name="connsiteX3" fmla="*/ 688775 w 1080158"/>
                <a:gd name="connsiteY3" fmla="*/ 47595 h 1635809"/>
                <a:gd name="connsiteX4" fmla="*/ 832708 w 1080158"/>
                <a:gd name="connsiteY4" fmla="*/ 136495 h 1635809"/>
                <a:gd name="connsiteX5" fmla="*/ 904675 w 1080158"/>
                <a:gd name="connsiteY5" fmla="*/ 216929 h 1635809"/>
                <a:gd name="connsiteX6" fmla="*/ 955475 w 1080158"/>
                <a:gd name="connsiteY6" fmla="*/ 314295 h 1635809"/>
                <a:gd name="connsiteX7" fmla="*/ 972408 w 1080158"/>
                <a:gd name="connsiteY7" fmla="*/ 424362 h 1635809"/>
                <a:gd name="connsiteX8" fmla="*/ 989342 w 1080158"/>
                <a:gd name="connsiteY8" fmla="*/ 504795 h 1635809"/>
                <a:gd name="connsiteX9" fmla="*/ 1006275 w 1080158"/>
                <a:gd name="connsiteY9" fmla="*/ 602162 h 1635809"/>
                <a:gd name="connsiteX10" fmla="*/ 1031675 w 1080158"/>
                <a:gd name="connsiteY10" fmla="*/ 682595 h 1635809"/>
                <a:gd name="connsiteX11" fmla="*/ 1057075 w 1080158"/>
                <a:gd name="connsiteY11" fmla="*/ 775729 h 1635809"/>
                <a:gd name="connsiteX12" fmla="*/ 1078242 w 1080158"/>
                <a:gd name="connsiteY12" fmla="*/ 868862 h 1635809"/>
                <a:gd name="connsiteX13" fmla="*/ 1006275 w 1080158"/>
                <a:gd name="connsiteY13" fmla="*/ 1249862 h 1635809"/>
                <a:gd name="connsiteX14" fmla="*/ 862342 w 1080158"/>
                <a:gd name="connsiteY14" fmla="*/ 1541962 h 1635809"/>
                <a:gd name="connsiteX15" fmla="*/ 845408 w 1080158"/>
                <a:gd name="connsiteY15" fmla="*/ 1635095 h 1635809"/>
                <a:gd name="connsiteX16" fmla="*/ 790375 w 1080158"/>
                <a:gd name="connsiteY16" fmla="*/ 1584295 h 1635809"/>
                <a:gd name="connsiteX17" fmla="*/ 557542 w 1080158"/>
                <a:gd name="connsiteY17" fmla="*/ 1571595 h 1635809"/>
                <a:gd name="connsiteX18" fmla="*/ 256975 w 1080158"/>
                <a:gd name="connsiteY18" fmla="*/ 1440362 h 1635809"/>
                <a:gd name="connsiteX19" fmla="*/ 66475 w 1080158"/>
                <a:gd name="connsiteY19" fmla="*/ 1156729 h 1635809"/>
                <a:gd name="connsiteX20" fmla="*/ 7208 w 1080158"/>
                <a:gd name="connsiteY20" fmla="*/ 898495 h 1635809"/>
                <a:gd name="connsiteX21" fmla="*/ 19908 w 1080158"/>
                <a:gd name="connsiteY21" fmla="*/ 593695 h 1635809"/>
                <a:gd name="connsiteX22" fmla="*/ 176542 w 1080158"/>
                <a:gd name="connsiteY22" fmla="*/ 356629 h 1635809"/>
                <a:gd name="connsiteX23" fmla="*/ 367042 w 1080158"/>
                <a:gd name="connsiteY23" fmla="*/ 322762 h 1635809"/>
                <a:gd name="connsiteX24" fmla="*/ 265442 w 1080158"/>
                <a:gd name="connsiteY24" fmla="*/ 271962 h 1635809"/>
                <a:gd name="connsiteX25" fmla="*/ 189242 w 1080158"/>
                <a:gd name="connsiteY25" fmla="*/ 288895 h 1635809"/>
                <a:gd name="connsiteX26" fmla="*/ 269675 w 1080158"/>
                <a:gd name="connsiteY26" fmla="*/ 98395 h 1635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080158" h="1635809">
                  <a:moveTo>
                    <a:pt x="269675" y="98395"/>
                  </a:moveTo>
                  <a:cubicBezTo>
                    <a:pt x="294369" y="53945"/>
                    <a:pt x="295780" y="38423"/>
                    <a:pt x="337408" y="22195"/>
                  </a:cubicBezTo>
                  <a:cubicBezTo>
                    <a:pt x="379036" y="5967"/>
                    <a:pt x="460881" y="-3204"/>
                    <a:pt x="519442" y="1029"/>
                  </a:cubicBezTo>
                  <a:cubicBezTo>
                    <a:pt x="578003" y="5262"/>
                    <a:pt x="636564" y="25017"/>
                    <a:pt x="688775" y="47595"/>
                  </a:cubicBezTo>
                  <a:cubicBezTo>
                    <a:pt x="740986" y="70173"/>
                    <a:pt x="796725" y="108273"/>
                    <a:pt x="832708" y="136495"/>
                  </a:cubicBezTo>
                  <a:cubicBezTo>
                    <a:pt x="868691" y="164717"/>
                    <a:pt x="884214" y="187296"/>
                    <a:pt x="904675" y="216929"/>
                  </a:cubicBezTo>
                  <a:cubicBezTo>
                    <a:pt x="925136" y="246562"/>
                    <a:pt x="944186" y="279723"/>
                    <a:pt x="955475" y="314295"/>
                  </a:cubicBezTo>
                  <a:cubicBezTo>
                    <a:pt x="966764" y="348867"/>
                    <a:pt x="966764" y="392612"/>
                    <a:pt x="972408" y="424362"/>
                  </a:cubicBezTo>
                  <a:cubicBezTo>
                    <a:pt x="978052" y="456112"/>
                    <a:pt x="983698" y="475162"/>
                    <a:pt x="989342" y="504795"/>
                  </a:cubicBezTo>
                  <a:cubicBezTo>
                    <a:pt x="994986" y="534428"/>
                    <a:pt x="999220" y="572529"/>
                    <a:pt x="1006275" y="602162"/>
                  </a:cubicBezTo>
                  <a:cubicBezTo>
                    <a:pt x="1013330" y="631795"/>
                    <a:pt x="1023208" y="653667"/>
                    <a:pt x="1031675" y="682595"/>
                  </a:cubicBezTo>
                  <a:cubicBezTo>
                    <a:pt x="1040142" y="711523"/>
                    <a:pt x="1049314" y="744685"/>
                    <a:pt x="1057075" y="775729"/>
                  </a:cubicBezTo>
                  <a:cubicBezTo>
                    <a:pt x="1064836" y="806773"/>
                    <a:pt x="1086709" y="789840"/>
                    <a:pt x="1078242" y="868862"/>
                  </a:cubicBezTo>
                  <a:cubicBezTo>
                    <a:pt x="1069775" y="947884"/>
                    <a:pt x="1042258" y="1137679"/>
                    <a:pt x="1006275" y="1249862"/>
                  </a:cubicBezTo>
                  <a:cubicBezTo>
                    <a:pt x="970292" y="1362045"/>
                    <a:pt x="889153" y="1477757"/>
                    <a:pt x="862342" y="1541962"/>
                  </a:cubicBezTo>
                  <a:cubicBezTo>
                    <a:pt x="835531" y="1606167"/>
                    <a:pt x="857402" y="1628040"/>
                    <a:pt x="845408" y="1635095"/>
                  </a:cubicBezTo>
                  <a:cubicBezTo>
                    <a:pt x="833414" y="1642150"/>
                    <a:pt x="838353" y="1594878"/>
                    <a:pt x="790375" y="1584295"/>
                  </a:cubicBezTo>
                  <a:cubicBezTo>
                    <a:pt x="742397" y="1573712"/>
                    <a:pt x="646442" y="1595584"/>
                    <a:pt x="557542" y="1571595"/>
                  </a:cubicBezTo>
                  <a:cubicBezTo>
                    <a:pt x="468642" y="1547606"/>
                    <a:pt x="338820" y="1509506"/>
                    <a:pt x="256975" y="1440362"/>
                  </a:cubicBezTo>
                  <a:cubicBezTo>
                    <a:pt x="175130" y="1371218"/>
                    <a:pt x="108103" y="1247040"/>
                    <a:pt x="66475" y="1156729"/>
                  </a:cubicBezTo>
                  <a:cubicBezTo>
                    <a:pt x="24847" y="1066418"/>
                    <a:pt x="14969" y="992334"/>
                    <a:pt x="7208" y="898495"/>
                  </a:cubicBezTo>
                  <a:cubicBezTo>
                    <a:pt x="-553" y="804656"/>
                    <a:pt x="-8314" y="684006"/>
                    <a:pt x="19908" y="593695"/>
                  </a:cubicBezTo>
                  <a:cubicBezTo>
                    <a:pt x="48130" y="503384"/>
                    <a:pt x="118686" y="401784"/>
                    <a:pt x="176542" y="356629"/>
                  </a:cubicBezTo>
                  <a:cubicBezTo>
                    <a:pt x="234398" y="311474"/>
                    <a:pt x="352225" y="336873"/>
                    <a:pt x="367042" y="322762"/>
                  </a:cubicBezTo>
                  <a:cubicBezTo>
                    <a:pt x="381859" y="308651"/>
                    <a:pt x="295075" y="277606"/>
                    <a:pt x="265442" y="271962"/>
                  </a:cubicBezTo>
                  <a:cubicBezTo>
                    <a:pt x="235809" y="266318"/>
                    <a:pt x="192770" y="310767"/>
                    <a:pt x="189242" y="288895"/>
                  </a:cubicBezTo>
                  <a:cubicBezTo>
                    <a:pt x="185714" y="267023"/>
                    <a:pt x="244981" y="142845"/>
                    <a:pt x="269675" y="98395"/>
                  </a:cubicBez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34" name="Freeform 1233">
              <a:extLst>
                <a:ext uri="{FF2B5EF4-FFF2-40B4-BE49-F238E27FC236}">
                  <a16:creationId xmlns:a16="http://schemas.microsoft.com/office/drawing/2014/main" id="{9CC136E3-3475-6300-85D6-3DEF11B7DC35}"/>
                </a:ext>
              </a:extLst>
            </p:cNvPr>
            <p:cNvSpPr/>
            <p:nvPr/>
          </p:nvSpPr>
          <p:spPr>
            <a:xfrm flipH="1">
              <a:off x="4968499" y="2294298"/>
              <a:ext cx="145474" cy="176784"/>
            </a:xfrm>
            <a:custGeom>
              <a:avLst/>
              <a:gdLst>
                <a:gd name="connsiteX0" fmla="*/ 0 w 304800"/>
                <a:gd name="connsiteY0" fmla="*/ 19034 h 370401"/>
                <a:gd name="connsiteX1" fmla="*/ 97367 w 304800"/>
                <a:gd name="connsiteY1" fmla="*/ 2101 h 370401"/>
                <a:gd name="connsiteX2" fmla="*/ 220134 w 304800"/>
                <a:gd name="connsiteY2" fmla="*/ 61368 h 370401"/>
                <a:gd name="connsiteX3" fmla="*/ 275167 w 304800"/>
                <a:gd name="connsiteY3" fmla="*/ 141801 h 370401"/>
                <a:gd name="connsiteX4" fmla="*/ 304800 w 304800"/>
                <a:gd name="connsiteY4" fmla="*/ 370401 h 370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0" h="370401">
                  <a:moveTo>
                    <a:pt x="0" y="19034"/>
                  </a:moveTo>
                  <a:cubicBezTo>
                    <a:pt x="30339" y="7039"/>
                    <a:pt x="60678" y="-4955"/>
                    <a:pt x="97367" y="2101"/>
                  </a:cubicBezTo>
                  <a:cubicBezTo>
                    <a:pt x="134056" y="9157"/>
                    <a:pt x="190501" y="38085"/>
                    <a:pt x="220134" y="61368"/>
                  </a:cubicBezTo>
                  <a:cubicBezTo>
                    <a:pt x="249767" y="84651"/>
                    <a:pt x="261056" y="90296"/>
                    <a:pt x="275167" y="141801"/>
                  </a:cubicBezTo>
                  <a:cubicBezTo>
                    <a:pt x="289278" y="193306"/>
                    <a:pt x="297039" y="281853"/>
                    <a:pt x="304800" y="370401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1235" name="Freeform 1234">
              <a:extLst>
                <a:ext uri="{FF2B5EF4-FFF2-40B4-BE49-F238E27FC236}">
                  <a16:creationId xmlns:a16="http://schemas.microsoft.com/office/drawing/2014/main" id="{9CAA28A9-1902-2E96-FBC9-0810020BA7C4}"/>
                </a:ext>
              </a:extLst>
            </p:cNvPr>
            <p:cNvSpPr/>
            <p:nvPr/>
          </p:nvSpPr>
          <p:spPr>
            <a:xfrm flipH="1">
              <a:off x="4986683" y="2462552"/>
              <a:ext cx="189328" cy="379075"/>
            </a:xfrm>
            <a:custGeom>
              <a:avLst/>
              <a:gdLst>
                <a:gd name="connsiteX0" fmla="*/ 396682 w 396682"/>
                <a:gd name="connsiteY0" fmla="*/ 22105 h 794243"/>
                <a:gd name="connsiteX1" fmla="*/ 134216 w 396682"/>
                <a:gd name="connsiteY1" fmla="*/ 5172 h 794243"/>
                <a:gd name="connsiteX2" fmla="*/ 19916 w 396682"/>
                <a:gd name="connsiteY2" fmla="*/ 102539 h 794243"/>
                <a:gd name="connsiteX3" fmla="*/ 2982 w 396682"/>
                <a:gd name="connsiteY3" fmla="*/ 259172 h 794243"/>
                <a:gd name="connsiteX4" fmla="*/ 53782 w 396682"/>
                <a:gd name="connsiteY4" fmla="*/ 390405 h 794243"/>
                <a:gd name="connsiteX5" fmla="*/ 19916 w 396682"/>
                <a:gd name="connsiteY5" fmla="*/ 530105 h 794243"/>
                <a:gd name="connsiteX6" fmla="*/ 79182 w 396682"/>
                <a:gd name="connsiteY6" fmla="*/ 703672 h 794243"/>
                <a:gd name="connsiteX7" fmla="*/ 210416 w 396682"/>
                <a:gd name="connsiteY7" fmla="*/ 792572 h 794243"/>
                <a:gd name="connsiteX8" fmla="*/ 341649 w 396682"/>
                <a:gd name="connsiteY8" fmla="*/ 754472 h 794243"/>
                <a:gd name="connsiteX9" fmla="*/ 396682 w 396682"/>
                <a:gd name="connsiteY9" fmla="*/ 665572 h 794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6682" h="794243">
                  <a:moveTo>
                    <a:pt x="396682" y="22105"/>
                  </a:moveTo>
                  <a:cubicBezTo>
                    <a:pt x="296846" y="6935"/>
                    <a:pt x="197010" y="-8234"/>
                    <a:pt x="134216" y="5172"/>
                  </a:cubicBezTo>
                  <a:cubicBezTo>
                    <a:pt x="71422" y="18578"/>
                    <a:pt x="41788" y="60206"/>
                    <a:pt x="19916" y="102539"/>
                  </a:cubicBezTo>
                  <a:cubicBezTo>
                    <a:pt x="-1956" y="144872"/>
                    <a:pt x="-2662" y="211194"/>
                    <a:pt x="2982" y="259172"/>
                  </a:cubicBezTo>
                  <a:cubicBezTo>
                    <a:pt x="8626" y="307150"/>
                    <a:pt x="50960" y="345250"/>
                    <a:pt x="53782" y="390405"/>
                  </a:cubicBezTo>
                  <a:cubicBezTo>
                    <a:pt x="56604" y="435560"/>
                    <a:pt x="15683" y="477894"/>
                    <a:pt x="19916" y="530105"/>
                  </a:cubicBezTo>
                  <a:cubicBezTo>
                    <a:pt x="24149" y="582316"/>
                    <a:pt x="47432" y="659928"/>
                    <a:pt x="79182" y="703672"/>
                  </a:cubicBezTo>
                  <a:cubicBezTo>
                    <a:pt x="110932" y="747416"/>
                    <a:pt x="166671" y="784105"/>
                    <a:pt x="210416" y="792572"/>
                  </a:cubicBezTo>
                  <a:cubicBezTo>
                    <a:pt x="254161" y="801039"/>
                    <a:pt x="310605" y="775639"/>
                    <a:pt x="341649" y="754472"/>
                  </a:cubicBezTo>
                  <a:cubicBezTo>
                    <a:pt x="372693" y="733305"/>
                    <a:pt x="384687" y="699438"/>
                    <a:pt x="396682" y="665572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36" name="Freeform 1235">
              <a:extLst>
                <a:ext uri="{FF2B5EF4-FFF2-40B4-BE49-F238E27FC236}">
                  <a16:creationId xmlns:a16="http://schemas.microsoft.com/office/drawing/2014/main" id="{957B376B-26E9-9730-3E2C-7E6967C03285}"/>
                </a:ext>
              </a:extLst>
            </p:cNvPr>
            <p:cNvSpPr/>
            <p:nvPr/>
          </p:nvSpPr>
          <p:spPr>
            <a:xfrm flipH="1">
              <a:off x="5083666" y="2844344"/>
              <a:ext cx="172419" cy="121756"/>
            </a:xfrm>
            <a:custGeom>
              <a:avLst/>
              <a:gdLst>
                <a:gd name="connsiteX0" fmla="*/ 272354 w 361254"/>
                <a:gd name="connsiteY0" fmla="*/ 255104 h 255104"/>
                <a:gd name="connsiteX1" fmla="*/ 259654 w 361254"/>
                <a:gd name="connsiteY1" fmla="*/ 157737 h 255104"/>
                <a:gd name="connsiteX2" fmla="*/ 149588 w 361254"/>
                <a:gd name="connsiteY2" fmla="*/ 98470 h 255104"/>
                <a:gd name="connsiteX3" fmla="*/ 86088 w 361254"/>
                <a:gd name="connsiteY3" fmla="*/ 102704 h 255104"/>
                <a:gd name="connsiteX4" fmla="*/ 56454 w 361254"/>
                <a:gd name="connsiteY4" fmla="*/ 77304 h 255104"/>
                <a:gd name="connsiteX5" fmla="*/ 1421 w 361254"/>
                <a:gd name="connsiteY5" fmla="*/ 98470 h 255104"/>
                <a:gd name="connsiteX6" fmla="*/ 119954 w 361254"/>
                <a:gd name="connsiteY6" fmla="*/ 13804 h 255104"/>
                <a:gd name="connsiteX7" fmla="*/ 361254 w 361254"/>
                <a:gd name="connsiteY7" fmla="*/ 1104 h 255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1254" h="255104">
                  <a:moveTo>
                    <a:pt x="272354" y="255104"/>
                  </a:moveTo>
                  <a:cubicBezTo>
                    <a:pt x="276234" y="219473"/>
                    <a:pt x="280115" y="183843"/>
                    <a:pt x="259654" y="157737"/>
                  </a:cubicBezTo>
                  <a:cubicBezTo>
                    <a:pt x="239193" y="131631"/>
                    <a:pt x="178516" y="107642"/>
                    <a:pt x="149588" y="98470"/>
                  </a:cubicBezTo>
                  <a:cubicBezTo>
                    <a:pt x="120660" y="89298"/>
                    <a:pt x="101610" y="106232"/>
                    <a:pt x="86088" y="102704"/>
                  </a:cubicBezTo>
                  <a:cubicBezTo>
                    <a:pt x="70566" y="99176"/>
                    <a:pt x="70565" y="78010"/>
                    <a:pt x="56454" y="77304"/>
                  </a:cubicBezTo>
                  <a:cubicBezTo>
                    <a:pt x="42343" y="76598"/>
                    <a:pt x="-9162" y="109053"/>
                    <a:pt x="1421" y="98470"/>
                  </a:cubicBezTo>
                  <a:cubicBezTo>
                    <a:pt x="12004" y="87887"/>
                    <a:pt x="59982" y="30032"/>
                    <a:pt x="119954" y="13804"/>
                  </a:cubicBezTo>
                  <a:cubicBezTo>
                    <a:pt x="179926" y="-2424"/>
                    <a:pt x="270590" y="-660"/>
                    <a:pt x="361254" y="1104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37" name="Freeform 1236">
              <a:extLst>
                <a:ext uri="{FF2B5EF4-FFF2-40B4-BE49-F238E27FC236}">
                  <a16:creationId xmlns:a16="http://schemas.microsoft.com/office/drawing/2014/main" id="{D914D402-DF8B-DEE3-7CE3-3CC4EFF2B090}"/>
                </a:ext>
              </a:extLst>
            </p:cNvPr>
            <p:cNvSpPr/>
            <p:nvPr/>
          </p:nvSpPr>
          <p:spPr>
            <a:xfrm flipH="1">
              <a:off x="4850032" y="2333539"/>
              <a:ext cx="274453" cy="659803"/>
            </a:xfrm>
            <a:custGeom>
              <a:avLst/>
              <a:gdLst>
                <a:gd name="connsiteX0" fmla="*/ 305658 w 575038"/>
                <a:gd name="connsiteY0" fmla="*/ 21482 h 1382429"/>
                <a:gd name="connsiteX1" fmla="*/ 462291 w 575038"/>
                <a:gd name="connsiteY1" fmla="*/ 8782 h 1382429"/>
                <a:gd name="connsiteX2" fmla="*/ 572358 w 575038"/>
                <a:gd name="connsiteY2" fmla="*/ 135782 h 1382429"/>
                <a:gd name="connsiteX3" fmla="*/ 534258 w 575038"/>
                <a:gd name="connsiteY3" fmla="*/ 372849 h 1382429"/>
                <a:gd name="connsiteX4" fmla="*/ 458058 w 575038"/>
                <a:gd name="connsiteY4" fmla="*/ 491382 h 1382429"/>
                <a:gd name="connsiteX5" fmla="*/ 424191 w 575038"/>
                <a:gd name="connsiteY5" fmla="*/ 1050182 h 1382429"/>
                <a:gd name="connsiteX6" fmla="*/ 326824 w 575038"/>
                <a:gd name="connsiteY6" fmla="*/ 1329582 h 1382429"/>
                <a:gd name="connsiteX7" fmla="*/ 119391 w 575038"/>
                <a:gd name="connsiteY7" fmla="*/ 1367682 h 1382429"/>
                <a:gd name="connsiteX8" fmla="*/ 858 w 575038"/>
                <a:gd name="connsiteY8" fmla="*/ 1156015 h 1382429"/>
                <a:gd name="connsiteX9" fmla="*/ 68591 w 575038"/>
                <a:gd name="connsiteY9" fmla="*/ 1122149 h 1382429"/>
                <a:gd name="connsiteX10" fmla="*/ 119391 w 575038"/>
                <a:gd name="connsiteY10" fmla="*/ 1244915 h 1382429"/>
                <a:gd name="connsiteX11" fmla="*/ 237924 w 575038"/>
                <a:gd name="connsiteY11" fmla="*/ 1283015 h 1382429"/>
                <a:gd name="connsiteX12" fmla="*/ 297191 w 575038"/>
                <a:gd name="connsiteY12" fmla="*/ 1164482 h 1382429"/>
                <a:gd name="connsiteX13" fmla="*/ 356458 w 575038"/>
                <a:gd name="connsiteY13" fmla="*/ 504082 h 1382429"/>
                <a:gd name="connsiteX14" fmla="*/ 360691 w 575038"/>
                <a:gd name="connsiteY14" fmla="*/ 419415 h 1382429"/>
                <a:gd name="connsiteX15" fmla="*/ 445358 w 575038"/>
                <a:gd name="connsiteY15" fmla="*/ 334749 h 1382429"/>
                <a:gd name="connsiteX16" fmla="*/ 491924 w 575038"/>
                <a:gd name="connsiteY16" fmla="*/ 233149 h 1382429"/>
                <a:gd name="connsiteX17" fmla="*/ 474991 w 575038"/>
                <a:gd name="connsiteY17" fmla="*/ 135782 h 1382429"/>
                <a:gd name="connsiteX18" fmla="*/ 407258 w 575038"/>
                <a:gd name="connsiteY18" fmla="*/ 93449 h 1382429"/>
                <a:gd name="connsiteX19" fmla="*/ 339524 w 575038"/>
                <a:gd name="connsiteY19" fmla="*/ 106149 h 1382429"/>
                <a:gd name="connsiteX20" fmla="*/ 305658 w 575038"/>
                <a:gd name="connsiteY20" fmla="*/ 21482 h 1382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75038" h="1382429">
                  <a:moveTo>
                    <a:pt x="305658" y="21482"/>
                  </a:moveTo>
                  <a:cubicBezTo>
                    <a:pt x="326119" y="5254"/>
                    <a:pt x="417841" y="-10268"/>
                    <a:pt x="462291" y="8782"/>
                  </a:cubicBezTo>
                  <a:cubicBezTo>
                    <a:pt x="506741" y="27832"/>
                    <a:pt x="560364" y="75104"/>
                    <a:pt x="572358" y="135782"/>
                  </a:cubicBezTo>
                  <a:cubicBezTo>
                    <a:pt x="584352" y="196460"/>
                    <a:pt x="553308" y="313582"/>
                    <a:pt x="534258" y="372849"/>
                  </a:cubicBezTo>
                  <a:cubicBezTo>
                    <a:pt x="515208" y="432116"/>
                    <a:pt x="476402" y="378493"/>
                    <a:pt x="458058" y="491382"/>
                  </a:cubicBezTo>
                  <a:cubicBezTo>
                    <a:pt x="439714" y="604271"/>
                    <a:pt x="446063" y="910482"/>
                    <a:pt x="424191" y="1050182"/>
                  </a:cubicBezTo>
                  <a:cubicBezTo>
                    <a:pt x="402319" y="1189882"/>
                    <a:pt x="377624" y="1276665"/>
                    <a:pt x="326824" y="1329582"/>
                  </a:cubicBezTo>
                  <a:cubicBezTo>
                    <a:pt x="276024" y="1382499"/>
                    <a:pt x="173719" y="1396610"/>
                    <a:pt x="119391" y="1367682"/>
                  </a:cubicBezTo>
                  <a:cubicBezTo>
                    <a:pt x="65063" y="1338754"/>
                    <a:pt x="9325" y="1196937"/>
                    <a:pt x="858" y="1156015"/>
                  </a:cubicBezTo>
                  <a:cubicBezTo>
                    <a:pt x="-7609" y="1115093"/>
                    <a:pt x="48835" y="1107332"/>
                    <a:pt x="68591" y="1122149"/>
                  </a:cubicBezTo>
                  <a:cubicBezTo>
                    <a:pt x="88346" y="1136966"/>
                    <a:pt x="91169" y="1218104"/>
                    <a:pt x="119391" y="1244915"/>
                  </a:cubicBezTo>
                  <a:cubicBezTo>
                    <a:pt x="147613" y="1271726"/>
                    <a:pt x="208291" y="1296420"/>
                    <a:pt x="237924" y="1283015"/>
                  </a:cubicBezTo>
                  <a:cubicBezTo>
                    <a:pt x="267557" y="1269610"/>
                    <a:pt x="277435" y="1294304"/>
                    <a:pt x="297191" y="1164482"/>
                  </a:cubicBezTo>
                  <a:cubicBezTo>
                    <a:pt x="316947" y="1034660"/>
                    <a:pt x="345875" y="628260"/>
                    <a:pt x="356458" y="504082"/>
                  </a:cubicBezTo>
                  <a:cubicBezTo>
                    <a:pt x="367041" y="379904"/>
                    <a:pt x="345874" y="447637"/>
                    <a:pt x="360691" y="419415"/>
                  </a:cubicBezTo>
                  <a:cubicBezTo>
                    <a:pt x="375508" y="391193"/>
                    <a:pt x="423486" y="365793"/>
                    <a:pt x="445358" y="334749"/>
                  </a:cubicBezTo>
                  <a:cubicBezTo>
                    <a:pt x="467230" y="303705"/>
                    <a:pt x="486985" y="266310"/>
                    <a:pt x="491924" y="233149"/>
                  </a:cubicBezTo>
                  <a:cubicBezTo>
                    <a:pt x="496863" y="199988"/>
                    <a:pt x="489102" y="159065"/>
                    <a:pt x="474991" y="135782"/>
                  </a:cubicBezTo>
                  <a:cubicBezTo>
                    <a:pt x="460880" y="112499"/>
                    <a:pt x="429836" y="98388"/>
                    <a:pt x="407258" y="93449"/>
                  </a:cubicBezTo>
                  <a:cubicBezTo>
                    <a:pt x="384680" y="88510"/>
                    <a:pt x="355752" y="118849"/>
                    <a:pt x="339524" y="106149"/>
                  </a:cubicBezTo>
                  <a:cubicBezTo>
                    <a:pt x="323296" y="93449"/>
                    <a:pt x="285197" y="37710"/>
                    <a:pt x="305658" y="21482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238" name="Freeform 1237">
              <a:extLst>
                <a:ext uri="{FF2B5EF4-FFF2-40B4-BE49-F238E27FC236}">
                  <a16:creationId xmlns:a16="http://schemas.microsoft.com/office/drawing/2014/main" id="{CEF20DA1-F6A2-5D63-5324-B6D9FC408B2A}"/>
                </a:ext>
              </a:extLst>
            </p:cNvPr>
            <p:cNvSpPr/>
            <p:nvPr/>
          </p:nvSpPr>
          <p:spPr>
            <a:xfrm flipH="1">
              <a:off x="4763373" y="2569106"/>
              <a:ext cx="148552" cy="446018"/>
            </a:xfrm>
            <a:custGeom>
              <a:avLst/>
              <a:gdLst>
                <a:gd name="connsiteX0" fmla="*/ 33866 w 311249"/>
                <a:gd name="connsiteY0" fmla="*/ 6285 h 934503"/>
                <a:gd name="connsiteX1" fmla="*/ 63500 w 311249"/>
                <a:gd name="connsiteY1" fmla="*/ 65551 h 934503"/>
                <a:gd name="connsiteX2" fmla="*/ 143933 w 311249"/>
                <a:gd name="connsiteY2" fmla="*/ 90951 h 934503"/>
                <a:gd name="connsiteX3" fmla="*/ 203200 w 311249"/>
                <a:gd name="connsiteY3" fmla="*/ 65551 h 934503"/>
                <a:gd name="connsiteX4" fmla="*/ 241300 w 311249"/>
                <a:gd name="connsiteY4" fmla="*/ 2051 h 934503"/>
                <a:gd name="connsiteX5" fmla="*/ 270933 w 311249"/>
                <a:gd name="connsiteY5" fmla="*/ 150218 h 934503"/>
                <a:gd name="connsiteX6" fmla="*/ 309033 w 311249"/>
                <a:gd name="connsiteY6" fmla="*/ 251818 h 934503"/>
                <a:gd name="connsiteX7" fmla="*/ 300566 w 311249"/>
                <a:gd name="connsiteY7" fmla="*/ 450785 h 934503"/>
                <a:gd name="connsiteX8" fmla="*/ 249766 w 311249"/>
                <a:gd name="connsiteY8" fmla="*/ 641285 h 934503"/>
                <a:gd name="connsiteX9" fmla="*/ 122766 w 311249"/>
                <a:gd name="connsiteY9" fmla="*/ 907985 h 934503"/>
                <a:gd name="connsiteX10" fmla="*/ 0 w 311249"/>
                <a:gd name="connsiteY10" fmla="*/ 924918 h 934503"/>
                <a:gd name="connsiteX11" fmla="*/ 0 w 311249"/>
                <a:gd name="connsiteY11" fmla="*/ 924918 h 934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1249" h="934503">
                  <a:moveTo>
                    <a:pt x="33866" y="6285"/>
                  </a:moveTo>
                  <a:cubicBezTo>
                    <a:pt x="39511" y="28862"/>
                    <a:pt x="45156" y="51440"/>
                    <a:pt x="63500" y="65551"/>
                  </a:cubicBezTo>
                  <a:cubicBezTo>
                    <a:pt x="81844" y="79662"/>
                    <a:pt x="120650" y="90951"/>
                    <a:pt x="143933" y="90951"/>
                  </a:cubicBezTo>
                  <a:cubicBezTo>
                    <a:pt x="167216" y="90951"/>
                    <a:pt x="186972" y="80368"/>
                    <a:pt x="203200" y="65551"/>
                  </a:cubicBezTo>
                  <a:cubicBezTo>
                    <a:pt x="219428" y="50734"/>
                    <a:pt x="230011" y="-12060"/>
                    <a:pt x="241300" y="2051"/>
                  </a:cubicBezTo>
                  <a:cubicBezTo>
                    <a:pt x="252589" y="16162"/>
                    <a:pt x="259644" y="108590"/>
                    <a:pt x="270933" y="150218"/>
                  </a:cubicBezTo>
                  <a:cubicBezTo>
                    <a:pt x="282222" y="191846"/>
                    <a:pt x="304094" y="201724"/>
                    <a:pt x="309033" y="251818"/>
                  </a:cubicBezTo>
                  <a:cubicBezTo>
                    <a:pt x="313972" y="301912"/>
                    <a:pt x="310444" y="385874"/>
                    <a:pt x="300566" y="450785"/>
                  </a:cubicBezTo>
                  <a:cubicBezTo>
                    <a:pt x="290688" y="515696"/>
                    <a:pt x="279399" y="565085"/>
                    <a:pt x="249766" y="641285"/>
                  </a:cubicBezTo>
                  <a:cubicBezTo>
                    <a:pt x="220133" y="717485"/>
                    <a:pt x="164394" y="860713"/>
                    <a:pt x="122766" y="907985"/>
                  </a:cubicBezTo>
                  <a:cubicBezTo>
                    <a:pt x="81138" y="955257"/>
                    <a:pt x="0" y="924918"/>
                    <a:pt x="0" y="924918"/>
                  </a:cubicBezTo>
                  <a:lnTo>
                    <a:pt x="0" y="924918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65" name="Freeform 1264">
              <a:extLst>
                <a:ext uri="{FF2B5EF4-FFF2-40B4-BE49-F238E27FC236}">
                  <a16:creationId xmlns:a16="http://schemas.microsoft.com/office/drawing/2014/main" id="{C4B4E06B-6B3B-E99A-5EB1-DE25C5774138}"/>
                </a:ext>
              </a:extLst>
            </p:cNvPr>
            <p:cNvSpPr/>
            <p:nvPr/>
          </p:nvSpPr>
          <p:spPr>
            <a:xfrm flipH="1">
              <a:off x="4833051" y="2915339"/>
              <a:ext cx="167776" cy="111375"/>
            </a:xfrm>
            <a:custGeom>
              <a:avLst/>
              <a:gdLst>
                <a:gd name="connsiteX0" fmla="*/ 143933 w 351527"/>
                <a:gd name="connsiteY0" fmla="*/ 4754 h 233354"/>
                <a:gd name="connsiteX1" fmla="*/ 182033 w 351527"/>
                <a:gd name="connsiteY1" fmla="*/ 72487 h 233354"/>
                <a:gd name="connsiteX2" fmla="*/ 292100 w 351527"/>
                <a:gd name="connsiteY2" fmla="*/ 59787 h 233354"/>
                <a:gd name="connsiteX3" fmla="*/ 351367 w 351527"/>
                <a:gd name="connsiteY3" fmla="*/ 520 h 233354"/>
                <a:gd name="connsiteX4" fmla="*/ 304800 w 351527"/>
                <a:gd name="connsiteY4" fmla="*/ 97887 h 233354"/>
                <a:gd name="connsiteX5" fmla="*/ 173567 w 351527"/>
                <a:gd name="connsiteY5" fmla="*/ 123287 h 233354"/>
                <a:gd name="connsiteX6" fmla="*/ 122767 w 351527"/>
                <a:gd name="connsiteY6" fmla="*/ 102120 h 233354"/>
                <a:gd name="connsiteX7" fmla="*/ 97367 w 351527"/>
                <a:gd name="connsiteY7" fmla="*/ 135987 h 233354"/>
                <a:gd name="connsiteX8" fmla="*/ 169333 w 351527"/>
                <a:gd name="connsiteY8" fmla="*/ 220654 h 233354"/>
                <a:gd name="connsiteX9" fmla="*/ 76200 w 351527"/>
                <a:gd name="connsiteY9" fmla="*/ 174087 h 233354"/>
                <a:gd name="connsiteX10" fmla="*/ 0 w 351527"/>
                <a:gd name="connsiteY10" fmla="*/ 233354 h 233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51527" h="233354">
                  <a:moveTo>
                    <a:pt x="143933" y="4754"/>
                  </a:moveTo>
                  <a:cubicBezTo>
                    <a:pt x="150636" y="34034"/>
                    <a:pt x="157339" y="63315"/>
                    <a:pt x="182033" y="72487"/>
                  </a:cubicBezTo>
                  <a:cubicBezTo>
                    <a:pt x="206728" y="81659"/>
                    <a:pt x="263878" y="71782"/>
                    <a:pt x="292100" y="59787"/>
                  </a:cubicBezTo>
                  <a:cubicBezTo>
                    <a:pt x="320322" y="47793"/>
                    <a:pt x="349250" y="-5830"/>
                    <a:pt x="351367" y="520"/>
                  </a:cubicBezTo>
                  <a:cubicBezTo>
                    <a:pt x="353484" y="6870"/>
                    <a:pt x="334433" y="77426"/>
                    <a:pt x="304800" y="97887"/>
                  </a:cubicBezTo>
                  <a:cubicBezTo>
                    <a:pt x="275167" y="118348"/>
                    <a:pt x="203906" y="122582"/>
                    <a:pt x="173567" y="123287"/>
                  </a:cubicBezTo>
                  <a:cubicBezTo>
                    <a:pt x="143228" y="123992"/>
                    <a:pt x="135467" y="100003"/>
                    <a:pt x="122767" y="102120"/>
                  </a:cubicBezTo>
                  <a:cubicBezTo>
                    <a:pt x="110067" y="104237"/>
                    <a:pt x="89606" y="116231"/>
                    <a:pt x="97367" y="135987"/>
                  </a:cubicBezTo>
                  <a:cubicBezTo>
                    <a:pt x="105128" y="155743"/>
                    <a:pt x="172861" y="214304"/>
                    <a:pt x="169333" y="220654"/>
                  </a:cubicBezTo>
                  <a:cubicBezTo>
                    <a:pt x="165805" y="227004"/>
                    <a:pt x="104422" y="171970"/>
                    <a:pt x="76200" y="174087"/>
                  </a:cubicBezTo>
                  <a:cubicBezTo>
                    <a:pt x="47978" y="176204"/>
                    <a:pt x="23989" y="204779"/>
                    <a:pt x="0" y="233354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67" name="Freeform 1266">
              <a:extLst>
                <a:ext uri="{FF2B5EF4-FFF2-40B4-BE49-F238E27FC236}">
                  <a16:creationId xmlns:a16="http://schemas.microsoft.com/office/drawing/2014/main" id="{1373081F-86C3-C42D-E766-24A75AB51E71}"/>
                </a:ext>
              </a:extLst>
            </p:cNvPr>
            <p:cNvSpPr/>
            <p:nvPr/>
          </p:nvSpPr>
          <p:spPr>
            <a:xfrm flipH="1">
              <a:off x="5120035" y="2984283"/>
              <a:ext cx="84860" cy="101024"/>
            </a:xfrm>
            <a:custGeom>
              <a:avLst/>
              <a:gdLst>
                <a:gd name="connsiteX0" fmla="*/ 177800 w 177800"/>
                <a:gd name="connsiteY0" fmla="*/ 0 h 211666"/>
                <a:gd name="connsiteX1" fmla="*/ 0 w 177800"/>
                <a:gd name="connsiteY1" fmla="*/ 211666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7800" h="211666">
                  <a:moveTo>
                    <a:pt x="177800" y="0"/>
                  </a:moveTo>
                  <a:lnTo>
                    <a:pt x="0" y="211666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68" name="Freeform 1267">
              <a:extLst>
                <a:ext uri="{FF2B5EF4-FFF2-40B4-BE49-F238E27FC236}">
                  <a16:creationId xmlns:a16="http://schemas.microsoft.com/office/drawing/2014/main" id="{F4FBACDD-A3CB-08BC-0ACF-3D7F0C337C4A}"/>
                </a:ext>
              </a:extLst>
            </p:cNvPr>
            <p:cNvSpPr/>
            <p:nvPr/>
          </p:nvSpPr>
          <p:spPr>
            <a:xfrm flipH="1">
              <a:off x="5118014" y="2980242"/>
              <a:ext cx="123249" cy="80819"/>
            </a:xfrm>
            <a:custGeom>
              <a:avLst/>
              <a:gdLst>
                <a:gd name="connsiteX0" fmla="*/ 0 w 258234"/>
                <a:gd name="connsiteY0" fmla="*/ 169333 h 169333"/>
                <a:gd name="connsiteX1" fmla="*/ 258234 w 258234"/>
                <a:gd name="connsiteY1" fmla="*/ 0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234" h="169333">
                  <a:moveTo>
                    <a:pt x="0" y="169333"/>
                  </a:moveTo>
                  <a:lnTo>
                    <a:pt x="258234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69" name="Freeform 1268">
              <a:extLst>
                <a:ext uri="{FF2B5EF4-FFF2-40B4-BE49-F238E27FC236}">
                  <a16:creationId xmlns:a16="http://schemas.microsoft.com/office/drawing/2014/main" id="{50D0A85B-CD67-D92A-9634-BFC73CD5A719}"/>
                </a:ext>
              </a:extLst>
            </p:cNvPr>
            <p:cNvSpPr/>
            <p:nvPr/>
          </p:nvSpPr>
          <p:spPr>
            <a:xfrm flipH="1">
              <a:off x="5134178" y="2290534"/>
              <a:ext cx="321256" cy="37094"/>
            </a:xfrm>
            <a:custGeom>
              <a:avLst/>
              <a:gdLst>
                <a:gd name="connsiteX0" fmla="*/ 673100 w 673100"/>
                <a:gd name="connsiteY0" fmla="*/ 77719 h 77719"/>
                <a:gd name="connsiteX1" fmla="*/ 330200 w 673100"/>
                <a:gd name="connsiteY1" fmla="*/ 22686 h 77719"/>
                <a:gd name="connsiteX2" fmla="*/ 67733 w 673100"/>
                <a:gd name="connsiteY2" fmla="*/ 1519 h 77719"/>
                <a:gd name="connsiteX3" fmla="*/ 0 w 673100"/>
                <a:gd name="connsiteY3" fmla="*/ 60786 h 77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3100" h="77719">
                  <a:moveTo>
                    <a:pt x="673100" y="77719"/>
                  </a:moveTo>
                  <a:cubicBezTo>
                    <a:pt x="552097" y="56552"/>
                    <a:pt x="431095" y="35386"/>
                    <a:pt x="330200" y="22686"/>
                  </a:cubicBezTo>
                  <a:cubicBezTo>
                    <a:pt x="229305" y="9986"/>
                    <a:pt x="122766" y="-4831"/>
                    <a:pt x="67733" y="1519"/>
                  </a:cubicBezTo>
                  <a:cubicBezTo>
                    <a:pt x="12700" y="7869"/>
                    <a:pt x="6350" y="34327"/>
                    <a:pt x="0" y="60786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70" name="Freeform 1269">
              <a:extLst>
                <a:ext uri="{FF2B5EF4-FFF2-40B4-BE49-F238E27FC236}">
                  <a16:creationId xmlns:a16="http://schemas.microsoft.com/office/drawing/2014/main" id="{70F4981D-5297-747C-2656-0967DE193650}"/>
                </a:ext>
              </a:extLst>
            </p:cNvPr>
            <p:cNvSpPr/>
            <p:nvPr/>
          </p:nvSpPr>
          <p:spPr>
            <a:xfrm flipH="1">
              <a:off x="5150342" y="2359385"/>
              <a:ext cx="151536" cy="162209"/>
            </a:xfrm>
            <a:custGeom>
              <a:avLst/>
              <a:gdLst>
                <a:gd name="connsiteX0" fmla="*/ 317500 w 317500"/>
                <a:gd name="connsiteY0" fmla="*/ 5429 h 339862"/>
                <a:gd name="connsiteX1" fmla="*/ 186267 w 317500"/>
                <a:gd name="connsiteY1" fmla="*/ 9662 h 339862"/>
                <a:gd name="connsiteX2" fmla="*/ 76200 w 317500"/>
                <a:gd name="connsiteY2" fmla="*/ 94329 h 339862"/>
                <a:gd name="connsiteX3" fmla="*/ 0 w 317500"/>
                <a:gd name="connsiteY3" fmla="*/ 339862 h 339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0" h="339862">
                  <a:moveTo>
                    <a:pt x="317500" y="5429"/>
                  </a:moveTo>
                  <a:cubicBezTo>
                    <a:pt x="271992" y="137"/>
                    <a:pt x="226484" y="-5155"/>
                    <a:pt x="186267" y="9662"/>
                  </a:cubicBezTo>
                  <a:cubicBezTo>
                    <a:pt x="146050" y="24479"/>
                    <a:pt x="107244" y="39296"/>
                    <a:pt x="76200" y="94329"/>
                  </a:cubicBezTo>
                  <a:cubicBezTo>
                    <a:pt x="45156" y="149362"/>
                    <a:pt x="22578" y="244612"/>
                    <a:pt x="0" y="339862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71" name="Freeform 1270">
              <a:extLst>
                <a:ext uri="{FF2B5EF4-FFF2-40B4-BE49-F238E27FC236}">
                  <a16:creationId xmlns:a16="http://schemas.microsoft.com/office/drawing/2014/main" id="{C9ADBDF5-D355-AC65-022F-FB45F35B75F3}"/>
                </a:ext>
              </a:extLst>
            </p:cNvPr>
            <p:cNvSpPr/>
            <p:nvPr/>
          </p:nvSpPr>
          <p:spPr>
            <a:xfrm flipH="1">
              <a:off x="5140240" y="2324235"/>
              <a:ext cx="175908" cy="90287"/>
            </a:xfrm>
            <a:custGeom>
              <a:avLst/>
              <a:gdLst>
                <a:gd name="connsiteX0" fmla="*/ 368565 w 368565"/>
                <a:gd name="connsiteY0" fmla="*/ 11342 h 189170"/>
                <a:gd name="connsiteX1" fmla="*/ 241565 w 368565"/>
                <a:gd name="connsiteY1" fmla="*/ 32508 h 189170"/>
                <a:gd name="connsiteX2" fmla="*/ 144198 w 368565"/>
                <a:gd name="connsiteY2" fmla="*/ 2875 h 189170"/>
                <a:gd name="connsiteX3" fmla="*/ 8732 w 368565"/>
                <a:gd name="connsiteY3" fmla="*/ 117175 h 189170"/>
                <a:gd name="connsiteX4" fmla="*/ 12965 w 368565"/>
                <a:gd name="connsiteY4" fmla="*/ 184908 h 189170"/>
                <a:gd name="connsiteX5" fmla="*/ 8732 w 368565"/>
                <a:gd name="connsiteY5" fmla="*/ 176442 h 189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68565" h="189170">
                  <a:moveTo>
                    <a:pt x="368565" y="11342"/>
                  </a:moveTo>
                  <a:cubicBezTo>
                    <a:pt x="323762" y="22630"/>
                    <a:pt x="278959" y="33919"/>
                    <a:pt x="241565" y="32508"/>
                  </a:cubicBezTo>
                  <a:cubicBezTo>
                    <a:pt x="204170" y="31097"/>
                    <a:pt x="183003" y="-11236"/>
                    <a:pt x="144198" y="2875"/>
                  </a:cubicBezTo>
                  <a:cubicBezTo>
                    <a:pt x="105393" y="16986"/>
                    <a:pt x="30604" y="86836"/>
                    <a:pt x="8732" y="117175"/>
                  </a:cubicBezTo>
                  <a:cubicBezTo>
                    <a:pt x="-13140" y="147514"/>
                    <a:pt x="12965" y="184908"/>
                    <a:pt x="12965" y="184908"/>
                  </a:cubicBezTo>
                  <a:cubicBezTo>
                    <a:pt x="12965" y="194786"/>
                    <a:pt x="10848" y="185614"/>
                    <a:pt x="8732" y="176442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72" name="Freeform 1271">
              <a:extLst>
                <a:ext uri="{FF2B5EF4-FFF2-40B4-BE49-F238E27FC236}">
                  <a16:creationId xmlns:a16="http://schemas.microsoft.com/office/drawing/2014/main" id="{6A71A7D3-D259-0423-600A-406FBAFDF9AE}"/>
                </a:ext>
              </a:extLst>
            </p:cNvPr>
            <p:cNvSpPr/>
            <p:nvPr/>
          </p:nvSpPr>
          <p:spPr>
            <a:xfrm flipH="1">
              <a:off x="5206915" y="2309443"/>
              <a:ext cx="214170" cy="40410"/>
            </a:xfrm>
            <a:custGeom>
              <a:avLst/>
              <a:gdLst>
                <a:gd name="connsiteX0" fmla="*/ 0 w 448733"/>
                <a:gd name="connsiteY0" fmla="*/ 84667 h 84667"/>
                <a:gd name="connsiteX1" fmla="*/ 55033 w 448733"/>
                <a:gd name="connsiteY1" fmla="*/ 38100 h 84667"/>
                <a:gd name="connsiteX2" fmla="*/ 232833 w 448733"/>
                <a:gd name="connsiteY2" fmla="*/ 0 h 84667"/>
                <a:gd name="connsiteX3" fmla="*/ 351366 w 448733"/>
                <a:gd name="connsiteY3" fmla="*/ 38100 h 84667"/>
                <a:gd name="connsiteX4" fmla="*/ 448733 w 448733"/>
                <a:gd name="connsiteY4" fmla="*/ 16934 h 84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8733" h="84667">
                  <a:moveTo>
                    <a:pt x="0" y="84667"/>
                  </a:moveTo>
                  <a:cubicBezTo>
                    <a:pt x="8114" y="68439"/>
                    <a:pt x="16228" y="52211"/>
                    <a:pt x="55033" y="38100"/>
                  </a:cubicBezTo>
                  <a:cubicBezTo>
                    <a:pt x="93838" y="23989"/>
                    <a:pt x="183444" y="0"/>
                    <a:pt x="232833" y="0"/>
                  </a:cubicBezTo>
                  <a:cubicBezTo>
                    <a:pt x="282222" y="0"/>
                    <a:pt x="315383" y="35278"/>
                    <a:pt x="351366" y="38100"/>
                  </a:cubicBezTo>
                  <a:cubicBezTo>
                    <a:pt x="387349" y="40922"/>
                    <a:pt x="418041" y="28928"/>
                    <a:pt x="448733" y="16934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73" name="Freeform 1272">
              <a:extLst>
                <a:ext uri="{FF2B5EF4-FFF2-40B4-BE49-F238E27FC236}">
                  <a16:creationId xmlns:a16="http://schemas.microsoft.com/office/drawing/2014/main" id="{84079883-537E-904F-3D24-91AE2175BC32}"/>
                </a:ext>
              </a:extLst>
            </p:cNvPr>
            <p:cNvSpPr/>
            <p:nvPr/>
          </p:nvSpPr>
          <p:spPr>
            <a:xfrm flipH="1">
              <a:off x="5219038" y="2382181"/>
              <a:ext cx="20754" cy="105325"/>
            </a:xfrm>
            <a:custGeom>
              <a:avLst/>
              <a:gdLst>
                <a:gd name="connsiteX0" fmla="*/ 1152 w 43485"/>
                <a:gd name="connsiteY0" fmla="*/ 0 h 220678"/>
                <a:gd name="connsiteX1" fmla="*/ 5385 w 43485"/>
                <a:gd name="connsiteY1" fmla="*/ 190500 h 220678"/>
                <a:gd name="connsiteX2" fmla="*/ 43485 w 43485"/>
                <a:gd name="connsiteY2" fmla="*/ 220134 h 220678"/>
                <a:gd name="connsiteX3" fmla="*/ 43485 w 43485"/>
                <a:gd name="connsiteY3" fmla="*/ 220134 h 220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485" h="220678">
                  <a:moveTo>
                    <a:pt x="1152" y="0"/>
                  </a:moveTo>
                  <a:cubicBezTo>
                    <a:pt x="-260" y="76905"/>
                    <a:pt x="-1671" y="153811"/>
                    <a:pt x="5385" y="190500"/>
                  </a:cubicBezTo>
                  <a:cubicBezTo>
                    <a:pt x="12441" y="227189"/>
                    <a:pt x="43485" y="220134"/>
                    <a:pt x="43485" y="220134"/>
                  </a:cubicBezTo>
                  <a:lnTo>
                    <a:pt x="43485" y="220134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74" name="Freeform 1273">
              <a:extLst>
                <a:ext uri="{FF2B5EF4-FFF2-40B4-BE49-F238E27FC236}">
                  <a16:creationId xmlns:a16="http://schemas.microsoft.com/office/drawing/2014/main" id="{6C9720D2-C017-134E-0533-7F17496094DE}"/>
                </a:ext>
              </a:extLst>
            </p:cNvPr>
            <p:cNvSpPr/>
            <p:nvPr/>
          </p:nvSpPr>
          <p:spPr>
            <a:xfrm flipH="1">
              <a:off x="5303898" y="2311464"/>
              <a:ext cx="79108" cy="80819"/>
            </a:xfrm>
            <a:custGeom>
              <a:avLst/>
              <a:gdLst>
                <a:gd name="connsiteX0" fmla="*/ 165748 w 165748"/>
                <a:gd name="connsiteY0" fmla="*/ 0 h 169333"/>
                <a:gd name="connsiteX1" fmla="*/ 13348 w 165748"/>
                <a:gd name="connsiteY1" fmla="*/ 122766 h 169333"/>
                <a:gd name="connsiteX2" fmla="*/ 17581 w 165748"/>
                <a:gd name="connsiteY2" fmla="*/ 169333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5748" h="169333">
                  <a:moveTo>
                    <a:pt x="165748" y="0"/>
                  </a:moveTo>
                  <a:cubicBezTo>
                    <a:pt x="101895" y="47272"/>
                    <a:pt x="38042" y="94544"/>
                    <a:pt x="13348" y="122766"/>
                  </a:cubicBezTo>
                  <a:cubicBezTo>
                    <a:pt x="-11347" y="150988"/>
                    <a:pt x="3117" y="160160"/>
                    <a:pt x="17581" y="169333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75" name="Freeform 1274">
              <a:extLst>
                <a:ext uri="{FF2B5EF4-FFF2-40B4-BE49-F238E27FC236}">
                  <a16:creationId xmlns:a16="http://schemas.microsoft.com/office/drawing/2014/main" id="{A2ED0C34-B5DA-A06D-1E93-F849DBCB48C6}"/>
                </a:ext>
              </a:extLst>
            </p:cNvPr>
            <p:cNvSpPr/>
            <p:nvPr/>
          </p:nvSpPr>
          <p:spPr>
            <a:xfrm flipH="1">
              <a:off x="5210956" y="2337654"/>
              <a:ext cx="133351" cy="161714"/>
            </a:xfrm>
            <a:custGeom>
              <a:avLst/>
              <a:gdLst>
                <a:gd name="connsiteX0" fmla="*/ 279400 w 279400"/>
                <a:gd name="connsiteY0" fmla="*/ 4392 h 338826"/>
                <a:gd name="connsiteX1" fmla="*/ 177800 w 279400"/>
                <a:gd name="connsiteY1" fmla="*/ 46726 h 338826"/>
                <a:gd name="connsiteX2" fmla="*/ 0 w 279400"/>
                <a:gd name="connsiteY2" fmla="*/ 338826 h 338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9400" h="338826">
                  <a:moveTo>
                    <a:pt x="279400" y="4392"/>
                  </a:moveTo>
                  <a:cubicBezTo>
                    <a:pt x="251883" y="-2311"/>
                    <a:pt x="224367" y="-9013"/>
                    <a:pt x="177800" y="46726"/>
                  </a:cubicBezTo>
                  <a:cubicBezTo>
                    <a:pt x="131233" y="102465"/>
                    <a:pt x="65616" y="220645"/>
                    <a:pt x="0" y="338826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76" name="Freeform 1275">
              <a:extLst>
                <a:ext uri="{FF2B5EF4-FFF2-40B4-BE49-F238E27FC236}">
                  <a16:creationId xmlns:a16="http://schemas.microsoft.com/office/drawing/2014/main" id="{78A84432-C9B7-7B13-4D25-CA9EA3136522}"/>
                </a:ext>
              </a:extLst>
            </p:cNvPr>
            <p:cNvSpPr/>
            <p:nvPr/>
          </p:nvSpPr>
          <p:spPr>
            <a:xfrm flipH="1">
              <a:off x="5267530" y="2410468"/>
              <a:ext cx="2020" cy="107085"/>
            </a:xfrm>
            <a:custGeom>
              <a:avLst/>
              <a:gdLst>
                <a:gd name="connsiteX0" fmla="*/ 0 w 4233"/>
                <a:gd name="connsiteY0" fmla="*/ 0 h 224367"/>
                <a:gd name="connsiteX1" fmla="*/ 4233 w 4233"/>
                <a:gd name="connsiteY1" fmla="*/ 224367 h 224367"/>
                <a:gd name="connsiteX2" fmla="*/ 4233 w 4233"/>
                <a:gd name="connsiteY2" fmla="*/ 224367 h 224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33" h="224367">
                  <a:moveTo>
                    <a:pt x="0" y="0"/>
                  </a:moveTo>
                  <a:lnTo>
                    <a:pt x="4233" y="224367"/>
                  </a:lnTo>
                  <a:lnTo>
                    <a:pt x="4233" y="224367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77" name="Freeform 1276">
              <a:extLst>
                <a:ext uri="{FF2B5EF4-FFF2-40B4-BE49-F238E27FC236}">
                  <a16:creationId xmlns:a16="http://schemas.microsoft.com/office/drawing/2014/main" id="{EBA090DA-CAB0-42C5-DFC9-5F8A0CF97C5E}"/>
                </a:ext>
              </a:extLst>
            </p:cNvPr>
            <p:cNvSpPr/>
            <p:nvPr/>
          </p:nvSpPr>
          <p:spPr>
            <a:xfrm flipH="1">
              <a:off x="5202874" y="2343792"/>
              <a:ext cx="10103" cy="94963"/>
            </a:xfrm>
            <a:custGeom>
              <a:avLst/>
              <a:gdLst>
                <a:gd name="connsiteX0" fmla="*/ 0 w 21167"/>
                <a:gd name="connsiteY0" fmla="*/ 0 h 198967"/>
                <a:gd name="connsiteX1" fmla="*/ 21167 w 21167"/>
                <a:gd name="connsiteY1" fmla="*/ 198967 h 198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1167" h="198967">
                  <a:moveTo>
                    <a:pt x="0" y="0"/>
                  </a:moveTo>
                  <a:lnTo>
                    <a:pt x="21167" y="198967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78" name="Freeform 1277">
              <a:extLst>
                <a:ext uri="{FF2B5EF4-FFF2-40B4-BE49-F238E27FC236}">
                  <a16:creationId xmlns:a16="http://schemas.microsoft.com/office/drawing/2014/main" id="{EB67927D-23A4-4879-2034-41A713E3404A}"/>
                </a:ext>
              </a:extLst>
            </p:cNvPr>
            <p:cNvSpPr/>
            <p:nvPr/>
          </p:nvSpPr>
          <p:spPr>
            <a:xfrm flipH="1">
              <a:off x="5140509" y="2307423"/>
              <a:ext cx="147225" cy="36544"/>
            </a:xfrm>
            <a:custGeom>
              <a:avLst/>
              <a:gdLst>
                <a:gd name="connsiteX0" fmla="*/ 0 w 308469"/>
                <a:gd name="connsiteY0" fmla="*/ 0 h 76567"/>
                <a:gd name="connsiteX1" fmla="*/ 50800 w 308469"/>
                <a:gd name="connsiteY1" fmla="*/ 8467 h 76567"/>
                <a:gd name="connsiteX2" fmla="*/ 84666 w 308469"/>
                <a:gd name="connsiteY2" fmla="*/ 21167 h 76567"/>
                <a:gd name="connsiteX3" fmla="*/ 287866 w 308469"/>
                <a:gd name="connsiteY3" fmla="*/ 50800 h 76567"/>
                <a:gd name="connsiteX4" fmla="*/ 296333 w 308469"/>
                <a:gd name="connsiteY4" fmla="*/ 76200 h 76567"/>
                <a:gd name="connsiteX5" fmla="*/ 241300 w 308469"/>
                <a:gd name="connsiteY5" fmla="*/ 63500 h 76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8469" h="76567">
                  <a:moveTo>
                    <a:pt x="0" y="0"/>
                  </a:moveTo>
                  <a:cubicBezTo>
                    <a:pt x="18344" y="2469"/>
                    <a:pt x="36689" y="4939"/>
                    <a:pt x="50800" y="8467"/>
                  </a:cubicBezTo>
                  <a:cubicBezTo>
                    <a:pt x="64911" y="11995"/>
                    <a:pt x="45155" y="14112"/>
                    <a:pt x="84666" y="21167"/>
                  </a:cubicBezTo>
                  <a:cubicBezTo>
                    <a:pt x="124177" y="28222"/>
                    <a:pt x="252588" y="41628"/>
                    <a:pt x="287866" y="50800"/>
                  </a:cubicBezTo>
                  <a:cubicBezTo>
                    <a:pt x="323144" y="59972"/>
                    <a:pt x="304094" y="74083"/>
                    <a:pt x="296333" y="76200"/>
                  </a:cubicBezTo>
                  <a:cubicBezTo>
                    <a:pt x="288572" y="78317"/>
                    <a:pt x="264936" y="70908"/>
                    <a:pt x="241300" y="6350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1279" name="Straight Connector 1278">
              <a:extLst>
                <a:ext uri="{FF2B5EF4-FFF2-40B4-BE49-F238E27FC236}">
                  <a16:creationId xmlns:a16="http://schemas.microsoft.com/office/drawing/2014/main" id="{BE4E4C45-35EE-5818-7157-712A80F7BC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08308" y="2337654"/>
              <a:ext cx="116177" cy="5462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0" name="Straight Connector 1279">
              <a:extLst>
                <a:ext uri="{FF2B5EF4-FFF2-40B4-BE49-F238E27FC236}">
                  <a16:creationId xmlns:a16="http://schemas.microsoft.com/office/drawing/2014/main" id="{E71A8718-7636-57B0-9E49-437262116E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41236" y="2374061"/>
              <a:ext cx="108504" cy="6413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1" name="Straight Connector 1280">
              <a:extLst>
                <a:ext uri="{FF2B5EF4-FFF2-40B4-BE49-F238E27FC236}">
                  <a16:creationId xmlns:a16="http://schemas.microsoft.com/office/drawing/2014/main" id="{9EF48B82-D1F8-21F2-CA9B-4B71F0E0E23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03557" y="2395350"/>
              <a:ext cx="31074" cy="3949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92" name="Oval 1291">
              <a:extLst>
                <a:ext uri="{FF2B5EF4-FFF2-40B4-BE49-F238E27FC236}">
                  <a16:creationId xmlns:a16="http://schemas.microsoft.com/office/drawing/2014/main" id="{6E3F694B-0460-43CA-1605-546442555AD6}"/>
                </a:ext>
              </a:extLst>
            </p:cNvPr>
            <p:cNvSpPr/>
            <p:nvPr/>
          </p:nvSpPr>
          <p:spPr>
            <a:xfrm flipH="1">
              <a:off x="5061429" y="2304099"/>
              <a:ext cx="36969" cy="32327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</p:grpSp>
      <p:grpSp>
        <p:nvGrpSpPr>
          <p:cNvPr id="1293" name="Group 1292">
            <a:extLst>
              <a:ext uri="{FF2B5EF4-FFF2-40B4-BE49-F238E27FC236}">
                <a16:creationId xmlns:a16="http://schemas.microsoft.com/office/drawing/2014/main" id="{C90336AC-A651-1261-1197-72292B4A46C4}"/>
              </a:ext>
            </a:extLst>
          </p:cNvPr>
          <p:cNvGrpSpPr/>
          <p:nvPr/>
        </p:nvGrpSpPr>
        <p:grpSpPr>
          <a:xfrm>
            <a:off x="1472084" y="1608346"/>
            <a:ext cx="714143" cy="804641"/>
            <a:chOff x="4699060" y="773191"/>
            <a:chExt cx="714143" cy="804641"/>
          </a:xfrm>
        </p:grpSpPr>
        <p:sp>
          <p:nvSpPr>
            <p:cNvPr id="1311" name="Freeform 1310">
              <a:extLst>
                <a:ext uri="{FF2B5EF4-FFF2-40B4-BE49-F238E27FC236}">
                  <a16:creationId xmlns:a16="http://schemas.microsoft.com/office/drawing/2014/main" id="{469FD6B8-E7F8-C173-E69B-766A88F91F92}"/>
                </a:ext>
              </a:extLst>
            </p:cNvPr>
            <p:cNvSpPr/>
            <p:nvPr/>
          </p:nvSpPr>
          <p:spPr>
            <a:xfrm flipH="1">
              <a:off x="4699060" y="773191"/>
              <a:ext cx="515536" cy="780736"/>
            </a:xfrm>
            <a:custGeom>
              <a:avLst/>
              <a:gdLst>
                <a:gd name="connsiteX0" fmla="*/ 269675 w 1080158"/>
                <a:gd name="connsiteY0" fmla="*/ 98395 h 1635809"/>
                <a:gd name="connsiteX1" fmla="*/ 337408 w 1080158"/>
                <a:gd name="connsiteY1" fmla="*/ 22195 h 1635809"/>
                <a:gd name="connsiteX2" fmla="*/ 519442 w 1080158"/>
                <a:gd name="connsiteY2" fmla="*/ 1029 h 1635809"/>
                <a:gd name="connsiteX3" fmla="*/ 688775 w 1080158"/>
                <a:gd name="connsiteY3" fmla="*/ 47595 h 1635809"/>
                <a:gd name="connsiteX4" fmla="*/ 832708 w 1080158"/>
                <a:gd name="connsiteY4" fmla="*/ 136495 h 1635809"/>
                <a:gd name="connsiteX5" fmla="*/ 904675 w 1080158"/>
                <a:gd name="connsiteY5" fmla="*/ 216929 h 1635809"/>
                <a:gd name="connsiteX6" fmla="*/ 955475 w 1080158"/>
                <a:gd name="connsiteY6" fmla="*/ 314295 h 1635809"/>
                <a:gd name="connsiteX7" fmla="*/ 972408 w 1080158"/>
                <a:gd name="connsiteY7" fmla="*/ 424362 h 1635809"/>
                <a:gd name="connsiteX8" fmla="*/ 989342 w 1080158"/>
                <a:gd name="connsiteY8" fmla="*/ 504795 h 1635809"/>
                <a:gd name="connsiteX9" fmla="*/ 1006275 w 1080158"/>
                <a:gd name="connsiteY9" fmla="*/ 602162 h 1635809"/>
                <a:gd name="connsiteX10" fmla="*/ 1031675 w 1080158"/>
                <a:gd name="connsiteY10" fmla="*/ 682595 h 1635809"/>
                <a:gd name="connsiteX11" fmla="*/ 1057075 w 1080158"/>
                <a:gd name="connsiteY11" fmla="*/ 775729 h 1635809"/>
                <a:gd name="connsiteX12" fmla="*/ 1078242 w 1080158"/>
                <a:gd name="connsiteY12" fmla="*/ 868862 h 1635809"/>
                <a:gd name="connsiteX13" fmla="*/ 1006275 w 1080158"/>
                <a:gd name="connsiteY13" fmla="*/ 1249862 h 1635809"/>
                <a:gd name="connsiteX14" fmla="*/ 862342 w 1080158"/>
                <a:gd name="connsiteY14" fmla="*/ 1541962 h 1635809"/>
                <a:gd name="connsiteX15" fmla="*/ 845408 w 1080158"/>
                <a:gd name="connsiteY15" fmla="*/ 1635095 h 1635809"/>
                <a:gd name="connsiteX16" fmla="*/ 790375 w 1080158"/>
                <a:gd name="connsiteY16" fmla="*/ 1584295 h 1635809"/>
                <a:gd name="connsiteX17" fmla="*/ 557542 w 1080158"/>
                <a:gd name="connsiteY17" fmla="*/ 1571595 h 1635809"/>
                <a:gd name="connsiteX18" fmla="*/ 256975 w 1080158"/>
                <a:gd name="connsiteY18" fmla="*/ 1440362 h 1635809"/>
                <a:gd name="connsiteX19" fmla="*/ 66475 w 1080158"/>
                <a:gd name="connsiteY19" fmla="*/ 1156729 h 1635809"/>
                <a:gd name="connsiteX20" fmla="*/ 7208 w 1080158"/>
                <a:gd name="connsiteY20" fmla="*/ 898495 h 1635809"/>
                <a:gd name="connsiteX21" fmla="*/ 19908 w 1080158"/>
                <a:gd name="connsiteY21" fmla="*/ 593695 h 1635809"/>
                <a:gd name="connsiteX22" fmla="*/ 176542 w 1080158"/>
                <a:gd name="connsiteY22" fmla="*/ 356629 h 1635809"/>
                <a:gd name="connsiteX23" fmla="*/ 367042 w 1080158"/>
                <a:gd name="connsiteY23" fmla="*/ 322762 h 1635809"/>
                <a:gd name="connsiteX24" fmla="*/ 265442 w 1080158"/>
                <a:gd name="connsiteY24" fmla="*/ 271962 h 1635809"/>
                <a:gd name="connsiteX25" fmla="*/ 189242 w 1080158"/>
                <a:gd name="connsiteY25" fmla="*/ 288895 h 1635809"/>
                <a:gd name="connsiteX26" fmla="*/ 269675 w 1080158"/>
                <a:gd name="connsiteY26" fmla="*/ 98395 h 1635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080158" h="1635809">
                  <a:moveTo>
                    <a:pt x="269675" y="98395"/>
                  </a:moveTo>
                  <a:cubicBezTo>
                    <a:pt x="294369" y="53945"/>
                    <a:pt x="295780" y="38423"/>
                    <a:pt x="337408" y="22195"/>
                  </a:cubicBezTo>
                  <a:cubicBezTo>
                    <a:pt x="379036" y="5967"/>
                    <a:pt x="460881" y="-3204"/>
                    <a:pt x="519442" y="1029"/>
                  </a:cubicBezTo>
                  <a:cubicBezTo>
                    <a:pt x="578003" y="5262"/>
                    <a:pt x="636564" y="25017"/>
                    <a:pt x="688775" y="47595"/>
                  </a:cubicBezTo>
                  <a:cubicBezTo>
                    <a:pt x="740986" y="70173"/>
                    <a:pt x="796725" y="108273"/>
                    <a:pt x="832708" y="136495"/>
                  </a:cubicBezTo>
                  <a:cubicBezTo>
                    <a:pt x="868691" y="164717"/>
                    <a:pt x="884214" y="187296"/>
                    <a:pt x="904675" y="216929"/>
                  </a:cubicBezTo>
                  <a:cubicBezTo>
                    <a:pt x="925136" y="246562"/>
                    <a:pt x="944186" y="279723"/>
                    <a:pt x="955475" y="314295"/>
                  </a:cubicBezTo>
                  <a:cubicBezTo>
                    <a:pt x="966764" y="348867"/>
                    <a:pt x="966764" y="392612"/>
                    <a:pt x="972408" y="424362"/>
                  </a:cubicBezTo>
                  <a:cubicBezTo>
                    <a:pt x="978052" y="456112"/>
                    <a:pt x="983698" y="475162"/>
                    <a:pt x="989342" y="504795"/>
                  </a:cubicBezTo>
                  <a:cubicBezTo>
                    <a:pt x="994986" y="534428"/>
                    <a:pt x="999220" y="572529"/>
                    <a:pt x="1006275" y="602162"/>
                  </a:cubicBezTo>
                  <a:cubicBezTo>
                    <a:pt x="1013330" y="631795"/>
                    <a:pt x="1023208" y="653667"/>
                    <a:pt x="1031675" y="682595"/>
                  </a:cubicBezTo>
                  <a:cubicBezTo>
                    <a:pt x="1040142" y="711523"/>
                    <a:pt x="1049314" y="744685"/>
                    <a:pt x="1057075" y="775729"/>
                  </a:cubicBezTo>
                  <a:cubicBezTo>
                    <a:pt x="1064836" y="806773"/>
                    <a:pt x="1086709" y="789840"/>
                    <a:pt x="1078242" y="868862"/>
                  </a:cubicBezTo>
                  <a:cubicBezTo>
                    <a:pt x="1069775" y="947884"/>
                    <a:pt x="1042258" y="1137679"/>
                    <a:pt x="1006275" y="1249862"/>
                  </a:cubicBezTo>
                  <a:cubicBezTo>
                    <a:pt x="970292" y="1362045"/>
                    <a:pt x="889153" y="1477757"/>
                    <a:pt x="862342" y="1541962"/>
                  </a:cubicBezTo>
                  <a:cubicBezTo>
                    <a:pt x="835531" y="1606167"/>
                    <a:pt x="857402" y="1628040"/>
                    <a:pt x="845408" y="1635095"/>
                  </a:cubicBezTo>
                  <a:cubicBezTo>
                    <a:pt x="833414" y="1642150"/>
                    <a:pt x="838353" y="1594878"/>
                    <a:pt x="790375" y="1584295"/>
                  </a:cubicBezTo>
                  <a:cubicBezTo>
                    <a:pt x="742397" y="1573712"/>
                    <a:pt x="646442" y="1595584"/>
                    <a:pt x="557542" y="1571595"/>
                  </a:cubicBezTo>
                  <a:cubicBezTo>
                    <a:pt x="468642" y="1547606"/>
                    <a:pt x="338820" y="1509506"/>
                    <a:pt x="256975" y="1440362"/>
                  </a:cubicBezTo>
                  <a:cubicBezTo>
                    <a:pt x="175130" y="1371218"/>
                    <a:pt x="108103" y="1247040"/>
                    <a:pt x="66475" y="1156729"/>
                  </a:cubicBezTo>
                  <a:cubicBezTo>
                    <a:pt x="24847" y="1066418"/>
                    <a:pt x="14969" y="992334"/>
                    <a:pt x="7208" y="898495"/>
                  </a:cubicBezTo>
                  <a:cubicBezTo>
                    <a:pt x="-553" y="804656"/>
                    <a:pt x="-8314" y="684006"/>
                    <a:pt x="19908" y="593695"/>
                  </a:cubicBezTo>
                  <a:cubicBezTo>
                    <a:pt x="48130" y="503384"/>
                    <a:pt x="118686" y="401784"/>
                    <a:pt x="176542" y="356629"/>
                  </a:cubicBezTo>
                  <a:cubicBezTo>
                    <a:pt x="234398" y="311474"/>
                    <a:pt x="352225" y="336873"/>
                    <a:pt x="367042" y="322762"/>
                  </a:cubicBezTo>
                  <a:cubicBezTo>
                    <a:pt x="381859" y="308651"/>
                    <a:pt x="295075" y="277606"/>
                    <a:pt x="265442" y="271962"/>
                  </a:cubicBezTo>
                  <a:cubicBezTo>
                    <a:pt x="235809" y="266318"/>
                    <a:pt x="192770" y="310767"/>
                    <a:pt x="189242" y="288895"/>
                  </a:cubicBezTo>
                  <a:cubicBezTo>
                    <a:pt x="185714" y="267023"/>
                    <a:pt x="244981" y="142845"/>
                    <a:pt x="269675" y="98395"/>
                  </a:cubicBez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12" name="Freeform 1311">
              <a:extLst>
                <a:ext uri="{FF2B5EF4-FFF2-40B4-BE49-F238E27FC236}">
                  <a16:creationId xmlns:a16="http://schemas.microsoft.com/office/drawing/2014/main" id="{5CFAEA53-CCF3-A710-791D-A23C488BF30C}"/>
                </a:ext>
              </a:extLst>
            </p:cNvPr>
            <p:cNvSpPr/>
            <p:nvPr/>
          </p:nvSpPr>
          <p:spPr>
            <a:xfrm flipH="1">
              <a:off x="4926268" y="786823"/>
              <a:ext cx="145474" cy="176784"/>
            </a:xfrm>
            <a:custGeom>
              <a:avLst/>
              <a:gdLst>
                <a:gd name="connsiteX0" fmla="*/ 0 w 304800"/>
                <a:gd name="connsiteY0" fmla="*/ 19034 h 370401"/>
                <a:gd name="connsiteX1" fmla="*/ 97367 w 304800"/>
                <a:gd name="connsiteY1" fmla="*/ 2101 h 370401"/>
                <a:gd name="connsiteX2" fmla="*/ 220134 w 304800"/>
                <a:gd name="connsiteY2" fmla="*/ 61368 h 370401"/>
                <a:gd name="connsiteX3" fmla="*/ 275167 w 304800"/>
                <a:gd name="connsiteY3" fmla="*/ 141801 h 370401"/>
                <a:gd name="connsiteX4" fmla="*/ 304800 w 304800"/>
                <a:gd name="connsiteY4" fmla="*/ 370401 h 370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0" h="370401">
                  <a:moveTo>
                    <a:pt x="0" y="19034"/>
                  </a:moveTo>
                  <a:cubicBezTo>
                    <a:pt x="30339" y="7039"/>
                    <a:pt x="60678" y="-4955"/>
                    <a:pt x="97367" y="2101"/>
                  </a:cubicBezTo>
                  <a:cubicBezTo>
                    <a:pt x="134056" y="9157"/>
                    <a:pt x="190501" y="38085"/>
                    <a:pt x="220134" y="61368"/>
                  </a:cubicBezTo>
                  <a:cubicBezTo>
                    <a:pt x="249767" y="84651"/>
                    <a:pt x="261056" y="90296"/>
                    <a:pt x="275167" y="141801"/>
                  </a:cubicBezTo>
                  <a:cubicBezTo>
                    <a:pt x="289278" y="193306"/>
                    <a:pt x="297039" y="281853"/>
                    <a:pt x="304800" y="370401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1313" name="Freeform 1312">
              <a:extLst>
                <a:ext uri="{FF2B5EF4-FFF2-40B4-BE49-F238E27FC236}">
                  <a16:creationId xmlns:a16="http://schemas.microsoft.com/office/drawing/2014/main" id="{91EEC070-BA7E-853D-87FC-6436B1561780}"/>
                </a:ext>
              </a:extLst>
            </p:cNvPr>
            <p:cNvSpPr/>
            <p:nvPr/>
          </p:nvSpPr>
          <p:spPr>
            <a:xfrm flipH="1">
              <a:off x="4944452" y="955077"/>
              <a:ext cx="189328" cy="379075"/>
            </a:xfrm>
            <a:custGeom>
              <a:avLst/>
              <a:gdLst>
                <a:gd name="connsiteX0" fmla="*/ 396682 w 396682"/>
                <a:gd name="connsiteY0" fmla="*/ 22105 h 794243"/>
                <a:gd name="connsiteX1" fmla="*/ 134216 w 396682"/>
                <a:gd name="connsiteY1" fmla="*/ 5172 h 794243"/>
                <a:gd name="connsiteX2" fmla="*/ 19916 w 396682"/>
                <a:gd name="connsiteY2" fmla="*/ 102539 h 794243"/>
                <a:gd name="connsiteX3" fmla="*/ 2982 w 396682"/>
                <a:gd name="connsiteY3" fmla="*/ 259172 h 794243"/>
                <a:gd name="connsiteX4" fmla="*/ 53782 w 396682"/>
                <a:gd name="connsiteY4" fmla="*/ 390405 h 794243"/>
                <a:gd name="connsiteX5" fmla="*/ 19916 w 396682"/>
                <a:gd name="connsiteY5" fmla="*/ 530105 h 794243"/>
                <a:gd name="connsiteX6" fmla="*/ 79182 w 396682"/>
                <a:gd name="connsiteY6" fmla="*/ 703672 h 794243"/>
                <a:gd name="connsiteX7" fmla="*/ 210416 w 396682"/>
                <a:gd name="connsiteY7" fmla="*/ 792572 h 794243"/>
                <a:gd name="connsiteX8" fmla="*/ 341649 w 396682"/>
                <a:gd name="connsiteY8" fmla="*/ 754472 h 794243"/>
                <a:gd name="connsiteX9" fmla="*/ 396682 w 396682"/>
                <a:gd name="connsiteY9" fmla="*/ 665572 h 794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6682" h="794243">
                  <a:moveTo>
                    <a:pt x="396682" y="22105"/>
                  </a:moveTo>
                  <a:cubicBezTo>
                    <a:pt x="296846" y="6935"/>
                    <a:pt x="197010" y="-8234"/>
                    <a:pt x="134216" y="5172"/>
                  </a:cubicBezTo>
                  <a:cubicBezTo>
                    <a:pt x="71422" y="18578"/>
                    <a:pt x="41788" y="60206"/>
                    <a:pt x="19916" y="102539"/>
                  </a:cubicBezTo>
                  <a:cubicBezTo>
                    <a:pt x="-1956" y="144872"/>
                    <a:pt x="-2662" y="211194"/>
                    <a:pt x="2982" y="259172"/>
                  </a:cubicBezTo>
                  <a:cubicBezTo>
                    <a:pt x="8626" y="307150"/>
                    <a:pt x="50960" y="345250"/>
                    <a:pt x="53782" y="390405"/>
                  </a:cubicBezTo>
                  <a:cubicBezTo>
                    <a:pt x="56604" y="435560"/>
                    <a:pt x="15683" y="477894"/>
                    <a:pt x="19916" y="530105"/>
                  </a:cubicBezTo>
                  <a:cubicBezTo>
                    <a:pt x="24149" y="582316"/>
                    <a:pt x="47432" y="659928"/>
                    <a:pt x="79182" y="703672"/>
                  </a:cubicBezTo>
                  <a:cubicBezTo>
                    <a:pt x="110932" y="747416"/>
                    <a:pt x="166671" y="784105"/>
                    <a:pt x="210416" y="792572"/>
                  </a:cubicBezTo>
                  <a:cubicBezTo>
                    <a:pt x="254161" y="801039"/>
                    <a:pt x="310605" y="775639"/>
                    <a:pt x="341649" y="754472"/>
                  </a:cubicBezTo>
                  <a:cubicBezTo>
                    <a:pt x="372693" y="733305"/>
                    <a:pt x="384687" y="699438"/>
                    <a:pt x="396682" y="665572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14" name="Freeform 1313">
              <a:extLst>
                <a:ext uri="{FF2B5EF4-FFF2-40B4-BE49-F238E27FC236}">
                  <a16:creationId xmlns:a16="http://schemas.microsoft.com/office/drawing/2014/main" id="{01E1BC7E-5EEC-0CCA-FDD3-AC76FC60E6B8}"/>
                </a:ext>
              </a:extLst>
            </p:cNvPr>
            <p:cNvSpPr/>
            <p:nvPr/>
          </p:nvSpPr>
          <p:spPr>
            <a:xfrm flipH="1">
              <a:off x="5041435" y="1336869"/>
              <a:ext cx="172419" cy="121756"/>
            </a:xfrm>
            <a:custGeom>
              <a:avLst/>
              <a:gdLst>
                <a:gd name="connsiteX0" fmla="*/ 272354 w 361254"/>
                <a:gd name="connsiteY0" fmla="*/ 255104 h 255104"/>
                <a:gd name="connsiteX1" fmla="*/ 259654 w 361254"/>
                <a:gd name="connsiteY1" fmla="*/ 157737 h 255104"/>
                <a:gd name="connsiteX2" fmla="*/ 149588 w 361254"/>
                <a:gd name="connsiteY2" fmla="*/ 98470 h 255104"/>
                <a:gd name="connsiteX3" fmla="*/ 86088 w 361254"/>
                <a:gd name="connsiteY3" fmla="*/ 102704 h 255104"/>
                <a:gd name="connsiteX4" fmla="*/ 56454 w 361254"/>
                <a:gd name="connsiteY4" fmla="*/ 77304 h 255104"/>
                <a:gd name="connsiteX5" fmla="*/ 1421 w 361254"/>
                <a:gd name="connsiteY5" fmla="*/ 98470 h 255104"/>
                <a:gd name="connsiteX6" fmla="*/ 119954 w 361254"/>
                <a:gd name="connsiteY6" fmla="*/ 13804 h 255104"/>
                <a:gd name="connsiteX7" fmla="*/ 361254 w 361254"/>
                <a:gd name="connsiteY7" fmla="*/ 1104 h 255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1254" h="255104">
                  <a:moveTo>
                    <a:pt x="272354" y="255104"/>
                  </a:moveTo>
                  <a:cubicBezTo>
                    <a:pt x="276234" y="219473"/>
                    <a:pt x="280115" y="183843"/>
                    <a:pt x="259654" y="157737"/>
                  </a:cubicBezTo>
                  <a:cubicBezTo>
                    <a:pt x="239193" y="131631"/>
                    <a:pt x="178516" y="107642"/>
                    <a:pt x="149588" y="98470"/>
                  </a:cubicBezTo>
                  <a:cubicBezTo>
                    <a:pt x="120660" y="89298"/>
                    <a:pt x="101610" y="106232"/>
                    <a:pt x="86088" y="102704"/>
                  </a:cubicBezTo>
                  <a:cubicBezTo>
                    <a:pt x="70566" y="99176"/>
                    <a:pt x="70565" y="78010"/>
                    <a:pt x="56454" y="77304"/>
                  </a:cubicBezTo>
                  <a:cubicBezTo>
                    <a:pt x="42343" y="76598"/>
                    <a:pt x="-9162" y="109053"/>
                    <a:pt x="1421" y="98470"/>
                  </a:cubicBezTo>
                  <a:cubicBezTo>
                    <a:pt x="12004" y="87887"/>
                    <a:pt x="59982" y="30032"/>
                    <a:pt x="119954" y="13804"/>
                  </a:cubicBezTo>
                  <a:cubicBezTo>
                    <a:pt x="179926" y="-2424"/>
                    <a:pt x="270590" y="-660"/>
                    <a:pt x="361254" y="1104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15" name="Freeform 1314">
              <a:extLst>
                <a:ext uri="{FF2B5EF4-FFF2-40B4-BE49-F238E27FC236}">
                  <a16:creationId xmlns:a16="http://schemas.microsoft.com/office/drawing/2014/main" id="{783CA628-916A-04CF-AFEB-19C850BBDC4E}"/>
                </a:ext>
              </a:extLst>
            </p:cNvPr>
            <p:cNvSpPr/>
            <p:nvPr/>
          </p:nvSpPr>
          <p:spPr>
            <a:xfrm flipH="1">
              <a:off x="4807801" y="826064"/>
              <a:ext cx="274453" cy="659803"/>
            </a:xfrm>
            <a:custGeom>
              <a:avLst/>
              <a:gdLst>
                <a:gd name="connsiteX0" fmla="*/ 305658 w 575038"/>
                <a:gd name="connsiteY0" fmla="*/ 21482 h 1382429"/>
                <a:gd name="connsiteX1" fmla="*/ 462291 w 575038"/>
                <a:gd name="connsiteY1" fmla="*/ 8782 h 1382429"/>
                <a:gd name="connsiteX2" fmla="*/ 572358 w 575038"/>
                <a:gd name="connsiteY2" fmla="*/ 135782 h 1382429"/>
                <a:gd name="connsiteX3" fmla="*/ 534258 w 575038"/>
                <a:gd name="connsiteY3" fmla="*/ 372849 h 1382429"/>
                <a:gd name="connsiteX4" fmla="*/ 458058 w 575038"/>
                <a:gd name="connsiteY4" fmla="*/ 491382 h 1382429"/>
                <a:gd name="connsiteX5" fmla="*/ 424191 w 575038"/>
                <a:gd name="connsiteY5" fmla="*/ 1050182 h 1382429"/>
                <a:gd name="connsiteX6" fmla="*/ 326824 w 575038"/>
                <a:gd name="connsiteY6" fmla="*/ 1329582 h 1382429"/>
                <a:gd name="connsiteX7" fmla="*/ 119391 w 575038"/>
                <a:gd name="connsiteY7" fmla="*/ 1367682 h 1382429"/>
                <a:gd name="connsiteX8" fmla="*/ 858 w 575038"/>
                <a:gd name="connsiteY8" fmla="*/ 1156015 h 1382429"/>
                <a:gd name="connsiteX9" fmla="*/ 68591 w 575038"/>
                <a:gd name="connsiteY9" fmla="*/ 1122149 h 1382429"/>
                <a:gd name="connsiteX10" fmla="*/ 119391 w 575038"/>
                <a:gd name="connsiteY10" fmla="*/ 1244915 h 1382429"/>
                <a:gd name="connsiteX11" fmla="*/ 237924 w 575038"/>
                <a:gd name="connsiteY11" fmla="*/ 1283015 h 1382429"/>
                <a:gd name="connsiteX12" fmla="*/ 297191 w 575038"/>
                <a:gd name="connsiteY12" fmla="*/ 1164482 h 1382429"/>
                <a:gd name="connsiteX13" fmla="*/ 356458 w 575038"/>
                <a:gd name="connsiteY13" fmla="*/ 504082 h 1382429"/>
                <a:gd name="connsiteX14" fmla="*/ 360691 w 575038"/>
                <a:gd name="connsiteY14" fmla="*/ 419415 h 1382429"/>
                <a:gd name="connsiteX15" fmla="*/ 445358 w 575038"/>
                <a:gd name="connsiteY15" fmla="*/ 334749 h 1382429"/>
                <a:gd name="connsiteX16" fmla="*/ 491924 w 575038"/>
                <a:gd name="connsiteY16" fmla="*/ 233149 h 1382429"/>
                <a:gd name="connsiteX17" fmla="*/ 474991 w 575038"/>
                <a:gd name="connsiteY17" fmla="*/ 135782 h 1382429"/>
                <a:gd name="connsiteX18" fmla="*/ 407258 w 575038"/>
                <a:gd name="connsiteY18" fmla="*/ 93449 h 1382429"/>
                <a:gd name="connsiteX19" fmla="*/ 339524 w 575038"/>
                <a:gd name="connsiteY19" fmla="*/ 106149 h 1382429"/>
                <a:gd name="connsiteX20" fmla="*/ 305658 w 575038"/>
                <a:gd name="connsiteY20" fmla="*/ 21482 h 1382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75038" h="1382429">
                  <a:moveTo>
                    <a:pt x="305658" y="21482"/>
                  </a:moveTo>
                  <a:cubicBezTo>
                    <a:pt x="326119" y="5254"/>
                    <a:pt x="417841" y="-10268"/>
                    <a:pt x="462291" y="8782"/>
                  </a:cubicBezTo>
                  <a:cubicBezTo>
                    <a:pt x="506741" y="27832"/>
                    <a:pt x="560364" y="75104"/>
                    <a:pt x="572358" y="135782"/>
                  </a:cubicBezTo>
                  <a:cubicBezTo>
                    <a:pt x="584352" y="196460"/>
                    <a:pt x="553308" y="313582"/>
                    <a:pt x="534258" y="372849"/>
                  </a:cubicBezTo>
                  <a:cubicBezTo>
                    <a:pt x="515208" y="432116"/>
                    <a:pt x="476402" y="378493"/>
                    <a:pt x="458058" y="491382"/>
                  </a:cubicBezTo>
                  <a:cubicBezTo>
                    <a:pt x="439714" y="604271"/>
                    <a:pt x="446063" y="910482"/>
                    <a:pt x="424191" y="1050182"/>
                  </a:cubicBezTo>
                  <a:cubicBezTo>
                    <a:pt x="402319" y="1189882"/>
                    <a:pt x="377624" y="1276665"/>
                    <a:pt x="326824" y="1329582"/>
                  </a:cubicBezTo>
                  <a:cubicBezTo>
                    <a:pt x="276024" y="1382499"/>
                    <a:pt x="173719" y="1396610"/>
                    <a:pt x="119391" y="1367682"/>
                  </a:cubicBezTo>
                  <a:cubicBezTo>
                    <a:pt x="65063" y="1338754"/>
                    <a:pt x="9325" y="1196937"/>
                    <a:pt x="858" y="1156015"/>
                  </a:cubicBezTo>
                  <a:cubicBezTo>
                    <a:pt x="-7609" y="1115093"/>
                    <a:pt x="48835" y="1107332"/>
                    <a:pt x="68591" y="1122149"/>
                  </a:cubicBezTo>
                  <a:cubicBezTo>
                    <a:pt x="88346" y="1136966"/>
                    <a:pt x="91169" y="1218104"/>
                    <a:pt x="119391" y="1244915"/>
                  </a:cubicBezTo>
                  <a:cubicBezTo>
                    <a:pt x="147613" y="1271726"/>
                    <a:pt x="208291" y="1296420"/>
                    <a:pt x="237924" y="1283015"/>
                  </a:cubicBezTo>
                  <a:cubicBezTo>
                    <a:pt x="267557" y="1269610"/>
                    <a:pt x="277435" y="1294304"/>
                    <a:pt x="297191" y="1164482"/>
                  </a:cubicBezTo>
                  <a:cubicBezTo>
                    <a:pt x="316947" y="1034660"/>
                    <a:pt x="345875" y="628260"/>
                    <a:pt x="356458" y="504082"/>
                  </a:cubicBezTo>
                  <a:cubicBezTo>
                    <a:pt x="367041" y="379904"/>
                    <a:pt x="345874" y="447637"/>
                    <a:pt x="360691" y="419415"/>
                  </a:cubicBezTo>
                  <a:cubicBezTo>
                    <a:pt x="375508" y="391193"/>
                    <a:pt x="423486" y="365793"/>
                    <a:pt x="445358" y="334749"/>
                  </a:cubicBezTo>
                  <a:cubicBezTo>
                    <a:pt x="467230" y="303705"/>
                    <a:pt x="486985" y="266310"/>
                    <a:pt x="491924" y="233149"/>
                  </a:cubicBezTo>
                  <a:cubicBezTo>
                    <a:pt x="496863" y="199988"/>
                    <a:pt x="489102" y="159065"/>
                    <a:pt x="474991" y="135782"/>
                  </a:cubicBezTo>
                  <a:cubicBezTo>
                    <a:pt x="460880" y="112499"/>
                    <a:pt x="429836" y="98388"/>
                    <a:pt x="407258" y="93449"/>
                  </a:cubicBezTo>
                  <a:cubicBezTo>
                    <a:pt x="384680" y="88510"/>
                    <a:pt x="355752" y="118849"/>
                    <a:pt x="339524" y="106149"/>
                  </a:cubicBezTo>
                  <a:cubicBezTo>
                    <a:pt x="323296" y="93449"/>
                    <a:pt x="285197" y="37710"/>
                    <a:pt x="305658" y="21482"/>
                  </a:cubicBezTo>
                  <a:close/>
                </a:path>
              </a:pathLst>
            </a:cu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316" name="Freeform 1315">
              <a:extLst>
                <a:ext uri="{FF2B5EF4-FFF2-40B4-BE49-F238E27FC236}">
                  <a16:creationId xmlns:a16="http://schemas.microsoft.com/office/drawing/2014/main" id="{13E487FD-EA97-3E21-0953-C52398F8FD4E}"/>
                </a:ext>
              </a:extLst>
            </p:cNvPr>
            <p:cNvSpPr/>
            <p:nvPr/>
          </p:nvSpPr>
          <p:spPr>
            <a:xfrm flipH="1">
              <a:off x="4721142" y="1061631"/>
              <a:ext cx="148552" cy="446018"/>
            </a:xfrm>
            <a:custGeom>
              <a:avLst/>
              <a:gdLst>
                <a:gd name="connsiteX0" fmla="*/ 33866 w 311249"/>
                <a:gd name="connsiteY0" fmla="*/ 6285 h 934503"/>
                <a:gd name="connsiteX1" fmla="*/ 63500 w 311249"/>
                <a:gd name="connsiteY1" fmla="*/ 65551 h 934503"/>
                <a:gd name="connsiteX2" fmla="*/ 143933 w 311249"/>
                <a:gd name="connsiteY2" fmla="*/ 90951 h 934503"/>
                <a:gd name="connsiteX3" fmla="*/ 203200 w 311249"/>
                <a:gd name="connsiteY3" fmla="*/ 65551 h 934503"/>
                <a:gd name="connsiteX4" fmla="*/ 241300 w 311249"/>
                <a:gd name="connsiteY4" fmla="*/ 2051 h 934503"/>
                <a:gd name="connsiteX5" fmla="*/ 270933 w 311249"/>
                <a:gd name="connsiteY5" fmla="*/ 150218 h 934503"/>
                <a:gd name="connsiteX6" fmla="*/ 309033 w 311249"/>
                <a:gd name="connsiteY6" fmla="*/ 251818 h 934503"/>
                <a:gd name="connsiteX7" fmla="*/ 300566 w 311249"/>
                <a:gd name="connsiteY7" fmla="*/ 450785 h 934503"/>
                <a:gd name="connsiteX8" fmla="*/ 249766 w 311249"/>
                <a:gd name="connsiteY8" fmla="*/ 641285 h 934503"/>
                <a:gd name="connsiteX9" fmla="*/ 122766 w 311249"/>
                <a:gd name="connsiteY9" fmla="*/ 907985 h 934503"/>
                <a:gd name="connsiteX10" fmla="*/ 0 w 311249"/>
                <a:gd name="connsiteY10" fmla="*/ 924918 h 934503"/>
                <a:gd name="connsiteX11" fmla="*/ 0 w 311249"/>
                <a:gd name="connsiteY11" fmla="*/ 924918 h 934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1249" h="934503">
                  <a:moveTo>
                    <a:pt x="33866" y="6285"/>
                  </a:moveTo>
                  <a:cubicBezTo>
                    <a:pt x="39511" y="28862"/>
                    <a:pt x="45156" y="51440"/>
                    <a:pt x="63500" y="65551"/>
                  </a:cubicBezTo>
                  <a:cubicBezTo>
                    <a:pt x="81844" y="79662"/>
                    <a:pt x="120650" y="90951"/>
                    <a:pt x="143933" y="90951"/>
                  </a:cubicBezTo>
                  <a:cubicBezTo>
                    <a:pt x="167216" y="90951"/>
                    <a:pt x="186972" y="80368"/>
                    <a:pt x="203200" y="65551"/>
                  </a:cubicBezTo>
                  <a:cubicBezTo>
                    <a:pt x="219428" y="50734"/>
                    <a:pt x="230011" y="-12060"/>
                    <a:pt x="241300" y="2051"/>
                  </a:cubicBezTo>
                  <a:cubicBezTo>
                    <a:pt x="252589" y="16162"/>
                    <a:pt x="259644" y="108590"/>
                    <a:pt x="270933" y="150218"/>
                  </a:cubicBezTo>
                  <a:cubicBezTo>
                    <a:pt x="282222" y="191846"/>
                    <a:pt x="304094" y="201724"/>
                    <a:pt x="309033" y="251818"/>
                  </a:cubicBezTo>
                  <a:cubicBezTo>
                    <a:pt x="313972" y="301912"/>
                    <a:pt x="310444" y="385874"/>
                    <a:pt x="300566" y="450785"/>
                  </a:cubicBezTo>
                  <a:cubicBezTo>
                    <a:pt x="290688" y="515696"/>
                    <a:pt x="279399" y="565085"/>
                    <a:pt x="249766" y="641285"/>
                  </a:cubicBezTo>
                  <a:cubicBezTo>
                    <a:pt x="220133" y="717485"/>
                    <a:pt x="164394" y="860713"/>
                    <a:pt x="122766" y="907985"/>
                  </a:cubicBezTo>
                  <a:cubicBezTo>
                    <a:pt x="81138" y="955257"/>
                    <a:pt x="0" y="924918"/>
                    <a:pt x="0" y="924918"/>
                  </a:cubicBezTo>
                  <a:lnTo>
                    <a:pt x="0" y="924918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17" name="Freeform 1316">
              <a:extLst>
                <a:ext uri="{FF2B5EF4-FFF2-40B4-BE49-F238E27FC236}">
                  <a16:creationId xmlns:a16="http://schemas.microsoft.com/office/drawing/2014/main" id="{CA397526-2AF2-6F9B-3686-0FBEA6DC80C6}"/>
                </a:ext>
              </a:extLst>
            </p:cNvPr>
            <p:cNvSpPr/>
            <p:nvPr/>
          </p:nvSpPr>
          <p:spPr>
            <a:xfrm flipH="1">
              <a:off x="4790820" y="1407864"/>
              <a:ext cx="167776" cy="111375"/>
            </a:xfrm>
            <a:custGeom>
              <a:avLst/>
              <a:gdLst>
                <a:gd name="connsiteX0" fmla="*/ 143933 w 351527"/>
                <a:gd name="connsiteY0" fmla="*/ 4754 h 233354"/>
                <a:gd name="connsiteX1" fmla="*/ 182033 w 351527"/>
                <a:gd name="connsiteY1" fmla="*/ 72487 h 233354"/>
                <a:gd name="connsiteX2" fmla="*/ 292100 w 351527"/>
                <a:gd name="connsiteY2" fmla="*/ 59787 h 233354"/>
                <a:gd name="connsiteX3" fmla="*/ 351367 w 351527"/>
                <a:gd name="connsiteY3" fmla="*/ 520 h 233354"/>
                <a:gd name="connsiteX4" fmla="*/ 304800 w 351527"/>
                <a:gd name="connsiteY4" fmla="*/ 97887 h 233354"/>
                <a:gd name="connsiteX5" fmla="*/ 173567 w 351527"/>
                <a:gd name="connsiteY5" fmla="*/ 123287 h 233354"/>
                <a:gd name="connsiteX6" fmla="*/ 122767 w 351527"/>
                <a:gd name="connsiteY6" fmla="*/ 102120 h 233354"/>
                <a:gd name="connsiteX7" fmla="*/ 97367 w 351527"/>
                <a:gd name="connsiteY7" fmla="*/ 135987 h 233354"/>
                <a:gd name="connsiteX8" fmla="*/ 169333 w 351527"/>
                <a:gd name="connsiteY8" fmla="*/ 220654 h 233354"/>
                <a:gd name="connsiteX9" fmla="*/ 76200 w 351527"/>
                <a:gd name="connsiteY9" fmla="*/ 174087 h 233354"/>
                <a:gd name="connsiteX10" fmla="*/ 0 w 351527"/>
                <a:gd name="connsiteY10" fmla="*/ 233354 h 233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51527" h="233354">
                  <a:moveTo>
                    <a:pt x="143933" y="4754"/>
                  </a:moveTo>
                  <a:cubicBezTo>
                    <a:pt x="150636" y="34034"/>
                    <a:pt x="157339" y="63315"/>
                    <a:pt x="182033" y="72487"/>
                  </a:cubicBezTo>
                  <a:cubicBezTo>
                    <a:pt x="206728" y="81659"/>
                    <a:pt x="263878" y="71782"/>
                    <a:pt x="292100" y="59787"/>
                  </a:cubicBezTo>
                  <a:cubicBezTo>
                    <a:pt x="320322" y="47793"/>
                    <a:pt x="349250" y="-5830"/>
                    <a:pt x="351367" y="520"/>
                  </a:cubicBezTo>
                  <a:cubicBezTo>
                    <a:pt x="353484" y="6870"/>
                    <a:pt x="334433" y="77426"/>
                    <a:pt x="304800" y="97887"/>
                  </a:cubicBezTo>
                  <a:cubicBezTo>
                    <a:pt x="275167" y="118348"/>
                    <a:pt x="203906" y="122582"/>
                    <a:pt x="173567" y="123287"/>
                  </a:cubicBezTo>
                  <a:cubicBezTo>
                    <a:pt x="143228" y="123992"/>
                    <a:pt x="135467" y="100003"/>
                    <a:pt x="122767" y="102120"/>
                  </a:cubicBezTo>
                  <a:cubicBezTo>
                    <a:pt x="110067" y="104237"/>
                    <a:pt x="89606" y="116231"/>
                    <a:pt x="97367" y="135987"/>
                  </a:cubicBezTo>
                  <a:cubicBezTo>
                    <a:pt x="105128" y="155743"/>
                    <a:pt x="172861" y="214304"/>
                    <a:pt x="169333" y="220654"/>
                  </a:cubicBezTo>
                  <a:cubicBezTo>
                    <a:pt x="165805" y="227004"/>
                    <a:pt x="104422" y="171970"/>
                    <a:pt x="76200" y="174087"/>
                  </a:cubicBezTo>
                  <a:cubicBezTo>
                    <a:pt x="47978" y="176204"/>
                    <a:pt x="23989" y="204779"/>
                    <a:pt x="0" y="233354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18" name="Freeform 1317">
              <a:extLst>
                <a:ext uri="{FF2B5EF4-FFF2-40B4-BE49-F238E27FC236}">
                  <a16:creationId xmlns:a16="http://schemas.microsoft.com/office/drawing/2014/main" id="{260DD719-C7E1-CFAB-87DD-53E970646848}"/>
                </a:ext>
              </a:extLst>
            </p:cNvPr>
            <p:cNvSpPr/>
            <p:nvPr/>
          </p:nvSpPr>
          <p:spPr>
            <a:xfrm flipH="1">
              <a:off x="5077804" y="1476808"/>
              <a:ext cx="84860" cy="101024"/>
            </a:xfrm>
            <a:custGeom>
              <a:avLst/>
              <a:gdLst>
                <a:gd name="connsiteX0" fmla="*/ 177800 w 177800"/>
                <a:gd name="connsiteY0" fmla="*/ 0 h 211666"/>
                <a:gd name="connsiteX1" fmla="*/ 0 w 177800"/>
                <a:gd name="connsiteY1" fmla="*/ 211666 h 21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7800" h="211666">
                  <a:moveTo>
                    <a:pt x="177800" y="0"/>
                  </a:moveTo>
                  <a:lnTo>
                    <a:pt x="0" y="211666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19" name="Freeform 1318">
              <a:extLst>
                <a:ext uri="{FF2B5EF4-FFF2-40B4-BE49-F238E27FC236}">
                  <a16:creationId xmlns:a16="http://schemas.microsoft.com/office/drawing/2014/main" id="{A2884876-3B12-0D9F-1AFB-FC3F11576BDE}"/>
                </a:ext>
              </a:extLst>
            </p:cNvPr>
            <p:cNvSpPr/>
            <p:nvPr/>
          </p:nvSpPr>
          <p:spPr>
            <a:xfrm flipH="1">
              <a:off x="5075783" y="1472767"/>
              <a:ext cx="123249" cy="80819"/>
            </a:xfrm>
            <a:custGeom>
              <a:avLst/>
              <a:gdLst>
                <a:gd name="connsiteX0" fmla="*/ 0 w 258234"/>
                <a:gd name="connsiteY0" fmla="*/ 169333 h 169333"/>
                <a:gd name="connsiteX1" fmla="*/ 258234 w 258234"/>
                <a:gd name="connsiteY1" fmla="*/ 0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234" h="169333">
                  <a:moveTo>
                    <a:pt x="0" y="169333"/>
                  </a:moveTo>
                  <a:lnTo>
                    <a:pt x="258234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20" name="Freeform 1319">
              <a:extLst>
                <a:ext uri="{FF2B5EF4-FFF2-40B4-BE49-F238E27FC236}">
                  <a16:creationId xmlns:a16="http://schemas.microsoft.com/office/drawing/2014/main" id="{3140F03D-FD03-287B-2F5D-72FB94CEA773}"/>
                </a:ext>
              </a:extLst>
            </p:cNvPr>
            <p:cNvSpPr/>
            <p:nvPr/>
          </p:nvSpPr>
          <p:spPr>
            <a:xfrm flipH="1">
              <a:off x="5091947" y="783059"/>
              <a:ext cx="321256" cy="37094"/>
            </a:xfrm>
            <a:custGeom>
              <a:avLst/>
              <a:gdLst>
                <a:gd name="connsiteX0" fmla="*/ 673100 w 673100"/>
                <a:gd name="connsiteY0" fmla="*/ 77719 h 77719"/>
                <a:gd name="connsiteX1" fmla="*/ 330200 w 673100"/>
                <a:gd name="connsiteY1" fmla="*/ 22686 h 77719"/>
                <a:gd name="connsiteX2" fmla="*/ 67733 w 673100"/>
                <a:gd name="connsiteY2" fmla="*/ 1519 h 77719"/>
                <a:gd name="connsiteX3" fmla="*/ 0 w 673100"/>
                <a:gd name="connsiteY3" fmla="*/ 60786 h 77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3100" h="77719">
                  <a:moveTo>
                    <a:pt x="673100" y="77719"/>
                  </a:moveTo>
                  <a:cubicBezTo>
                    <a:pt x="552097" y="56552"/>
                    <a:pt x="431095" y="35386"/>
                    <a:pt x="330200" y="22686"/>
                  </a:cubicBezTo>
                  <a:cubicBezTo>
                    <a:pt x="229305" y="9986"/>
                    <a:pt x="122766" y="-4831"/>
                    <a:pt x="67733" y="1519"/>
                  </a:cubicBezTo>
                  <a:cubicBezTo>
                    <a:pt x="12700" y="7869"/>
                    <a:pt x="6350" y="34327"/>
                    <a:pt x="0" y="60786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21" name="Freeform 1320">
              <a:extLst>
                <a:ext uri="{FF2B5EF4-FFF2-40B4-BE49-F238E27FC236}">
                  <a16:creationId xmlns:a16="http://schemas.microsoft.com/office/drawing/2014/main" id="{08028128-6CA1-053A-DB37-D1C47522215C}"/>
                </a:ext>
              </a:extLst>
            </p:cNvPr>
            <p:cNvSpPr/>
            <p:nvPr/>
          </p:nvSpPr>
          <p:spPr>
            <a:xfrm flipH="1">
              <a:off x="5108111" y="851910"/>
              <a:ext cx="151536" cy="162209"/>
            </a:xfrm>
            <a:custGeom>
              <a:avLst/>
              <a:gdLst>
                <a:gd name="connsiteX0" fmla="*/ 317500 w 317500"/>
                <a:gd name="connsiteY0" fmla="*/ 5429 h 339862"/>
                <a:gd name="connsiteX1" fmla="*/ 186267 w 317500"/>
                <a:gd name="connsiteY1" fmla="*/ 9662 h 339862"/>
                <a:gd name="connsiteX2" fmla="*/ 76200 w 317500"/>
                <a:gd name="connsiteY2" fmla="*/ 94329 h 339862"/>
                <a:gd name="connsiteX3" fmla="*/ 0 w 317500"/>
                <a:gd name="connsiteY3" fmla="*/ 339862 h 339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500" h="339862">
                  <a:moveTo>
                    <a:pt x="317500" y="5429"/>
                  </a:moveTo>
                  <a:cubicBezTo>
                    <a:pt x="271992" y="137"/>
                    <a:pt x="226484" y="-5155"/>
                    <a:pt x="186267" y="9662"/>
                  </a:cubicBezTo>
                  <a:cubicBezTo>
                    <a:pt x="146050" y="24479"/>
                    <a:pt x="107244" y="39296"/>
                    <a:pt x="76200" y="94329"/>
                  </a:cubicBezTo>
                  <a:cubicBezTo>
                    <a:pt x="45156" y="149362"/>
                    <a:pt x="22578" y="244612"/>
                    <a:pt x="0" y="339862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22" name="Freeform 1321">
              <a:extLst>
                <a:ext uri="{FF2B5EF4-FFF2-40B4-BE49-F238E27FC236}">
                  <a16:creationId xmlns:a16="http://schemas.microsoft.com/office/drawing/2014/main" id="{A58731EA-1C08-4239-2F04-BFFE81E03997}"/>
                </a:ext>
              </a:extLst>
            </p:cNvPr>
            <p:cNvSpPr/>
            <p:nvPr/>
          </p:nvSpPr>
          <p:spPr>
            <a:xfrm flipH="1">
              <a:off x="5098009" y="816760"/>
              <a:ext cx="175908" cy="90287"/>
            </a:xfrm>
            <a:custGeom>
              <a:avLst/>
              <a:gdLst>
                <a:gd name="connsiteX0" fmla="*/ 368565 w 368565"/>
                <a:gd name="connsiteY0" fmla="*/ 11342 h 189170"/>
                <a:gd name="connsiteX1" fmla="*/ 241565 w 368565"/>
                <a:gd name="connsiteY1" fmla="*/ 32508 h 189170"/>
                <a:gd name="connsiteX2" fmla="*/ 144198 w 368565"/>
                <a:gd name="connsiteY2" fmla="*/ 2875 h 189170"/>
                <a:gd name="connsiteX3" fmla="*/ 8732 w 368565"/>
                <a:gd name="connsiteY3" fmla="*/ 117175 h 189170"/>
                <a:gd name="connsiteX4" fmla="*/ 12965 w 368565"/>
                <a:gd name="connsiteY4" fmla="*/ 184908 h 189170"/>
                <a:gd name="connsiteX5" fmla="*/ 8732 w 368565"/>
                <a:gd name="connsiteY5" fmla="*/ 176442 h 189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68565" h="189170">
                  <a:moveTo>
                    <a:pt x="368565" y="11342"/>
                  </a:moveTo>
                  <a:cubicBezTo>
                    <a:pt x="323762" y="22630"/>
                    <a:pt x="278959" y="33919"/>
                    <a:pt x="241565" y="32508"/>
                  </a:cubicBezTo>
                  <a:cubicBezTo>
                    <a:pt x="204170" y="31097"/>
                    <a:pt x="183003" y="-11236"/>
                    <a:pt x="144198" y="2875"/>
                  </a:cubicBezTo>
                  <a:cubicBezTo>
                    <a:pt x="105393" y="16986"/>
                    <a:pt x="30604" y="86836"/>
                    <a:pt x="8732" y="117175"/>
                  </a:cubicBezTo>
                  <a:cubicBezTo>
                    <a:pt x="-13140" y="147514"/>
                    <a:pt x="12965" y="184908"/>
                    <a:pt x="12965" y="184908"/>
                  </a:cubicBezTo>
                  <a:cubicBezTo>
                    <a:pt x="12965" y="194786"/>
                    <a:pt x="10848" y="185614"/>
                    <a:pt x="8732" y="176442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23" name="Freeform 1322">
              <a:extLst>
                <a:ext uri="{FF2B5EF4-FFF2-40B4-BE49-F238E27FC236}">
                  <a16:creationId xmlns:a16="http://schemas.microsoft.com/office/drawing/2014/main" id="{68E342C2-9842-D31A-013E-7342FCF59994}"/>
                </a:ext>
              </a:extLst>
            </p:cNvPr>
            <p:cNvSpPr/>
            <p:nvPr/>
          </p:nvSpPr>
          <p:spPr>
            <a:xfrm flipH="1">
              <a:off x="5164684" y="801968"/>
              <a:ext cx="214170" cy="40410"/>
            </a:xfrm>
            <a:custGeom>
              <a:avLst/>
              <a:gdLst>
                <a:gd name="connsiteX0" fmla="*/ 0 w 448733"/>
                <a:gd name="connsiteY0" fmla="*/ 84667 h 84667"/>
                <a:gd name="connsiteX1" fmla="*/ 55033 w 448733"/>
                <a:gd name="connsiteY1" fmla="*/ 38100 h 84667"/>
                <a:gd name="connsiteX2" fmla="*/ 232833 w 448733"/>
                <a:gd name="connsiteY2" fmla="*/ 0 h 84667"/>
                <a:gd name="connsiteX3" fmla="*/ 351366 w 448733"/>
                <a:gd name="connsiteY3" fmla="*/ 38100 h 84667"/>
                <a:gd name="connsiteX4" fmla="*/ 448733 w 448733"/>
                <a:gd name="connsiteY4" fmla="*/ 16934 h 84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8733" h="84667">
                  <a:moveTo>
                    <a:pt x="0" y="84667"/>
                  </a:moveTo>
                  <a:cubicBezTo>
                    <a:pt x="8114" y="68439"/>
                    <a:pt x="16228" y="52211"/>
                    <a:pt x="55033" y="38100"/>
                  </a:cubicBezTo>
                  <a:cubicBezTo>
                    <a:pt x="93838" y="23989"/>
                    <a:pt x="183444" y="0"/>
                    <a:pt x="232833" y="0"/>
                  </a:cubicBezTo>
                  <a:cubicBezTo>
                    <a:pt x="282222" y="0"/>
                    <a:pt x="315383" y="35278"/>
                    <a:pt x="351366" y="38100"/>
                  </a:cubicBezTo>
                  <a:cubicBezTo>
                    <a:pt x="387349" y="40922"/>
                    <a:pt x="418041" y="28928"/>
                    <a:pt x="448733" y="16934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24" name="Freeform 1323">
              <a:extLst>
                <a:ext uri="{FF2B5EF4-FFF2-40B4-BE49-F238E27FC236}">
                  <a16:creationId xmlns:a16="http://schemas.microsoft.com/office/drawing/2014/main" id="{E16D3356-E3B0-98E9-952B-D3E0A9C9F234}"/>
                </a:ext>
              </a:extLst>
            </p:cNvPr>
            <p:cNvSpPr/>
            <p:nvPr/>
          </p:nvSpPr>
          <p:spPr>
            <a:xfrm flipH="1">
              <a:off x="5176807" y="874706"/>
              <a:ext cx="20754" cy="105325"/>
            </a:xfrm>
            <a:custGeom>
              <a:avLst/>
              <a:gdLst>
                <a:gd name="connsiteX0" fmla="*/ 1152 w 43485"/>
                <a:gd name="connsiteY0" fmla="*/ 0 h 220678"/>
                <a:gd name="connsiteX1" fmla="*/ 5385 w 43485"/>
                <a:gd name="connsiteY1" fmla="*/ 190500 h 220678"/>
                <a:gd name="connsiteX2" fmla="*/ 43485 w 43485"/>
                <a:gd name="connsiteY2" fmla="*/ 220134 h 220678"/>
                <a:gd name="connsiteX3" fmla="*/ 43485 w 43485"/>
                <a:gd name="connsiteY3" fmla="*/ 220134 h 220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485" h="220678">
                  <a:moveTo>
                    <a:pt x="1152" y="0"/>
                  </a:moveTo>
                  <a:cubicBezTo>
                    <a:pt x="-260" y="76905"/>
                    <a:pt x="-1671" y="153811"/>
                    <a:pt x="5385" y="190500"/>
                  </a:cubicBezTo>
                  <a:cubicBezTo>
                    <a:pt x="12441" y="227189"/>
                    <a:pt x="43485" y="220134"/>
                    <a:pt x="43485" y="220134"/>
                  </a:cubicBezTo>
                  <a:lnTo>
                    <a:pt x="43485" y="220134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25" name="Freeform 1324">
              <a:extLst>
                <a:ext uri="{FF2B5EF4-FFF2-40B4-BE49-F238E27FC236}">
                  <a16:creationId xmlns:a16="http://schemas.microsoft.com/office/drawing/2014/main" id="{882A29D1-8497-EA84-A4CD-6279B3EB5809}"/>
                </a:ext>
              </a:extLst>
            </p:cNvPr>
            <p:cNvSpPr/>
            <p:nvPr/>
          </p:nvSpPr>
          <p:spPr>
            <a:xfrm flipH="1">
              <a:off x="5261667" y="803989"/>
              <a:ext cx="79108" cy="80819"/>
            </a:xfrm>
            <a:custGeom>
              <a:avLst/>
              <a:gdLst>
                <a:gd name="connsiteX0" fmla="*/ 165748 w 165748"/>
                <a:gd name="connsiteY0" fmla="*/ 0 h 169333"/>
                <a:gd name="connsiteX1" fmla="*/ 13348 w 165748"/>
                <a:gd name="connsiteY1" fmla="*/ 122766 h 169333"/>
                <a:gd name="connsiteX2" fmla="*/ 17581 w 165748"/>
                <a:gd name="connsiteY2" fmla="*/ 169333 h 16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5748" h="169333">
                  <a:moveTo>
                    <a:pt x="165748" y="0"/>
                  </a:moveTo>
                  <a:cubicBezTo>
                    <a:pt x="101895" y="47272"/>
                    <a:pt x="38042" y="94544"/>
                    <a:pt x="13348" y="122766"/>
                  </a:cubicBezTo>
                  <a:cubicBezTo>
                    <a:pt x="-11347" y="150988"/>
                    <a:pt x="3117" y="160160"/>
                    <a:pt x="17581" y="169333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26" name="Freeform 1325">
              <a:extLst>
                <a:ext uri="{FF2B5EF4-FFF2-40B4-BE49-F238E27FC236}">
                  <a16:creationId xmlns:a16="http://schemas.microsoft.com/office/drawing/2014/main" id="{C7EDC62F-53AE-F4B4-12E9-8B7B39C54A83}"/>
                </a:ext>
              </a:extLst>
            </p:cNvPr>
            <p:cNvSpPr/>
            <p:nvPr/>
          </p:nvSpPr>
          <p:spPr>
            <a:xfrm flipH="1">
              <a:off x="5168725" y="830179"/>
              <a:ext cx="133351" cy="161714"/>
            </a:xfrm>
            <a:custGeom>
              <a:avLst/>
              <a:gdLst>
                <a:gd name="connsiteX0" fmla="*/ 279400 w 279400"/>
                <a:gd name="connsiteY0" fmla="*/ 4392 h 338826"/>
                <a:gd name="connsiteX1" fmla="*/ 177800 w 279400"/>
                <a:gd name="connsiteY1" fmla="*/ 46726 h 338826"/>
                <a:gd name="connsiteX2" fmla="*/ 0 w 279400"/>
                <a:gd name="connsiteY2" fmla="*/ 338826 h 338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9400" h="338826">
                  <a:moveTo>
                    <a:pt x="279400" y="4392"/>
                  </a:moveTo>
                  <a:cubicBezTo>
                    <a:pt x="251883" y="-2311"/>
                    <a:pt x="224367" y="-9013"/>
                    <a:pt x="177800" y="46726"/>
                  </a:cubicBezTo>
                  <a:cubicBezTo>
                    <a:pt x="131233" y="102465"/>
                    <a:pt x="65616" y="220645"/>
                    <a:pt x="0" y="338826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27" name="Freeform 1326">
              <a:extLst>
                <a:ext uri="{FF2B5EF4-FFF2-40B4-BE49-F238E27FC236}">
                  <a16:creationId xmlns:a16="http://schemas.microsoft.com/office/drawing/2014/main" id="{763BA72B-EFF1-9B19-36E9-F9B922C4BB7A}"/>
                </a:ext>
              </a:extLst>
            </p:cNvPr>
            <p:cNvSpPr/>
            <p:nvPr/>
          </p:nvSpPr>
          <p:spPr>
            <a:xfrm flipH="1">
              <a:off x="5225299" y="902993"/>
              <a:ext cx="2020" cy="107085"/>
            </a:xfrm>
            <a:custGeom>
              <a:avLst/>
              <a:gdLst>
                <a:gd name="connsiteX0" fmla="*/ 0 w 4233"/>
                <a:gd name="connsiteY0" fmla="*/ 0 h 224367"/>
                <a:gd name="connsiteX1" fmla="*/ 4233 w 4233"/>
                <a:gd name="connsiteY1" fmla="*/ 224367 h 224367"/>
                <a:gd name="connsiteX2" fmla="*/ 4233 w 4233"/>
                <a:gd name="connsiteY2" fmla="*/ 224367 h 224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33" h="224367">
                  <a:moveTo>
                    <a:pt x="0" y="0"/>
                  </a:moveTo>
                  <a:lnTo>
                    <a:pt x="4233" y="224367"/>
                  </a:lnTo>
                  <a:lnTo>
                    <a:pt x="4233" y="224367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28" name="Freeform 1327">
              <a:extLst>
                <a:ext uri="{FF2B5EF4-FFF2-40B4-BE49-F238E27FC236}">
                  <a16:creationId xmlns:a16="http://schemas.microsoft.com/office/drawing/2014/main" id="{68A9AEB6-383F-CD5F-368A-7F49220D89CD}"/>
                </a:ext>
              </a:extLst>
            </p:cNvPr>
            <p:cNvSpPr/>
            <p:nvPr/>
          </p:nvSpPr>
          <p:spPr>
            <a:xfrm flipH="1">
              <a:off x="5160643" y="836317"/>
              <a:ext cx="10103" cy="94963"/>
            </a:xfrm>
            <a:custGeom>
              <a:avLst/>
              <a:gdLst>
                <a:gd name="connsiteX0" fmla="*/ 0 w 21167"/>
                <a:gd name="connsiteY0" fmla="*/ 0 h 198967"/>
                <a:gd name="connsiteX1" fmla="*/ 21167 w 21167"/>
                <a:gd name="connsiteY1" fmla="*/ 198967 h 198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1167" h="198967">
                  <a:moveTo>
                    <a:pt x="0" y="0"/>
                  </a:moveTo>
                  <a:lnTo>
                    <a:pt x="21167" y="198967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29" name="Freeform 1328">
              <a:extLst>
                <a:ext uri="{FF2B5EF4-FFF2-40B4-BE49-F238E27FC236}">
                  <a16:creationId xmlns:a16="http://schemas.microsoft.com/office/drawing/2014/main" id="{C2B70218-1032-DCF9-5BAF-580532F173B2}"/>
                </a:ext>
              </a:extLst>
            </p:cNvPr>
            <p:cNvSpPr/>
            <p:nvPr/>
          </p:nvSpPr>
          <p:spPr>
            <a:xfrm flipH="1">
              <a:off x="5098278" y="799948"/>
              <a:ext cx="147225" cy="36544"/>
            </a:xfrm>
            <a:custGeom>
              <a:avLst/>
              <a:gdLst>
                <a:gd name="connsiteX0" fmla="*/ 0 w 308469"/>
                <a:gd name="connsiteY0" fmla="*/ 0 h 76567"/>
                <a:gd name="connsiteX1" fmla="*/ 50800 w 308469"/>
                <a:gd name="connsiteY1" fmla="*/ 8467 h 76567"/>
                <a:gd name="connsiteX2" fmla="*/ 84666 w 308469"/>
                <a:gd name="connsiteY2" fmla="*/ 21167 h 76567"/>
                <a:gd name="connsiteX3" fmla="*/ 287866 w 308469"/>
                <a:gd name="connsiteY3" fmla="*/ 50800 h 76567"/>
                <a:gd name="connsiteX4" fmla="*/ 296333 w 308469"/>
                <a:gd name="connsiteY4" fmla="*/ 76200 h 76567"/>
                <a:gd name="connsiteX5" fmla="*/ 241300 w 308469"/>
                <a:gd name="connsiteY5" fmla="*/ 63500 h 76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8469" h="76567">
                  <a:moveTo>
                    <a:pt x="0" y="0"/>
                  </a:moveTo>
                  <a:cubicBezTo>
                    <a:pt x="18344" y="2469"/>
                    <a:pt x="36689" y="4939"/>
                    <a:pt x="50800" y="8467"/>
                  </a:cubicBezTo>
                  <a:cubicBezTo>
                    <a:pt x="64911" y="11995"/>
                    <a:pt x="45155" y="14112"/>
                    <a:pt x="84666" y="21167"/>
                  </a:cubicBezTo>
                  <a:cubicBezTo>
                    <a:pt x="124177" y="28222"/>
                    <a:pt x="252588" y="41628"/>
                    <a:pt x="287866" y="50800"/>
                  </a:cubicBezTo>
                  <a:cubicBezTo>
                    <a:pt x="323144" y="59972"/>
                    <a:pt x="304094" y="74083"/>
                    <a:pt x="296333" y="76200"/>
                  </a:cubicBezTo>
                  <a:cubicBezTo>
                    <a:pt x="288572" y="78317"/>
                    <a:pt x="264936" y="70908"/>
                    <a:pt x="241300" y="6350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1330" name="Straight Connector 1329">
              <a:extLst>
                <a:ext uri="{FF2B5EF4-FFF2-40B4-BE49-F238E27FC236}">
                  <a16:creationId xmlns:a16="http://schemas.microsoft.com/office/drawing/2014/main" id="{2527373F-E1E9-4971-A1B5-630FEEC4BD0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6077" y="830179"/>
              <a:ext cx="116177" cy="5462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1" name="Straight Connector 1330">
              <a:extLst>
                <a:ext uri="{FF2B5EF4-FFF2-40B4-BE49-F238E27FC236}">
                  <a16:creationId xmlns:a16="http://schemas.microsoft.com/office/drawing/2014/main" id="{3A5DB3B1-131B-F95C-9A56-ECA3926DD6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99005" y="866586"/>
              <a:ext cx="108504" cy="6413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2" name="Straight Connector 1331">
              <a:extLst>
                <a:ext uri="{FF2B5EF4-FFF2-40B4-BE49-F238E27FC236}">
                  <a16:creationId xmlns:a16="http://schemas.microsoft.com/office/drawing/2014/main" id="{E6407BD0-DFC5-0685-1242-7747FE6E051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61326" y="887875"/>
              <a:ext cx="31074" cy="3949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33" name="Oval 1332">
              <a:extLst>
                <a:ext uri="{FF2B5EF4-FFF2-40B4-BE49-F238E27FC236}">
                  <a16:creationId xmlns:a16="http://schemas.microsoft.com/office/drawing/2014/main" id="{F7CAB9F5-DC08-1695-48F7-B345FEE31A3A}"/>
                </a:ext>
              </a:extLst>
            </p:cNvPr>
            <p:cNvSpPr/>
            <p:nvPr/>
          </p:nvSpPr>
          <p:spPr>
            <a:xfrm flipH="1">
              <a:off x="5019198" y="796624"/>
              <a:ext cx="36969" cy="32327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</p:grpSp>
      <p:pic>
        <p:nvPicPr>
          <p:cNvPr id="1334" name="Picture 1333">
            <a:extLst>
              <a:ext uri="{FF2B5EF4-FFF2-40B4-BE49-F238E27FC236}">
                <a16:creationId xmlns:a16="http://schemas.microsoft.com/office/drawing/2014/main" id="{CCEDC126-CECF-2FFC-40A0-1DA192252AC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flipH="1">
            <a:off x="3818140" y="1765988"/>
            <a:ext cx="1169876" cy="779917"/>
          </a:xfrm>
          <a:prstGeom prst="rect">
            <a:avLst/>
          </a:prstGeom>
          <a:effectLst>
            <a:outerShdw blurRad="419100" dist="355600" dir="5400000" algn="ctr" rotWithShape="0">
              <a:srgbClr val="000000">
                <a:alpha val="26000"/>
              </a:srgbClr>
            </a:outerShdw>
          </a:effectLst>
        </p:spPr>
      </p:pic>
      <p:pic>
        <p:nvPicPr>
          <p:cNvPr id="1335" name="Picture 1334" descr="Free Arrow Up Icon, Symbol. Download in SVG &amp; PNG Formats.">
            <a:extLst>
              <a:ext uri="{FF2B5EF4-FFF2-40B4-BE49-F238E27FC236}">
                <a16:creationId xmlns:a16="http://schemas.microsoft.com/office/drawing/2014/main" id="{DC5B46D2-309F-62E1-F6AF-E7F253A648C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25357" y="1772161"/>
            <a:ext cx="773744" cy="773744"/>
          </a:xfrm>
          <a:prstGeom prst="rect">
            <a:avLst/>
          </a:prstGeom>
        </p:spPr>
      </p:pic>
      <p:pic>
        <p:nvPicPr>
          <p:cNvPr id="1336" name="Picture 1335">
            <a:extLst>
              <a:ext uri="{FF2B5EF4-FFF2-40B4-BE49-F238E27FC236}">
                <a16:creationId xmlns:a16="http://schemas.microsoft.com/office/drawing/2014/main" id="{31B7BD6D-F392-CB73-9D98-289E095357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3588" y="2494783"/>
            <a:ext cx="412215" cy="412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5536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1563</TotalTime>
  <Words>59</Words>
  <Application>Microsoft Macintosh PowerPoint</Application>
  <PresentationFormat>Widescreen</PresentationFormat>
  <Paragraphs>29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Emanuele Giacomuzzo</dc:creator>
  <cp:lastModifiedBy>Emanuele Giacomuzzo</cp:lastModifiedBy>
  <cp:revision>217</cp:revision>
  <dcterms:created xsi:type="dcterms:W3CDTF">2026-01-12T15:56:29Z</dcterms:created>
  <dcterms:modified xsi:type="dcterms:W3CDTF">2026-08-04T08:25:01Z</dcterms:modified>
</cp:coreProperties>
</file>